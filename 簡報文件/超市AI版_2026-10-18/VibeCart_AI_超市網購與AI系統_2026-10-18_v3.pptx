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2a596f54c44fb" /><Relationship Type="http://schemas.openxmlformats.org/officeDocument/2006/relationships/extended-properties" Target="/docProps/app.xml" Id="R388ca875d84b41a8" /><Relationship Type="http://schemas.openxmlformats.org/officeDocument/2006/relationships/officeDocument" Target="/ppt/presentation.xml" Id="Rd189f3de9da8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0860098c1492f"/>
  </p:sldMasterIdLst>
  <p:notesMasterIdLst>
    <p:notesMasterId xmlns:r="http://schemas.openxmlformats.org/officeDocument/2006/relationships" r:id="Rf885192315b342ec"/>
  </p:notesMasterIdLst>
  <p:sldIdLst>
    <p:sldId xmlns:r="http://schemas.openxmlformats.org/officeDocument/2006/relationships" id="256" r:id="Rf7d245bea0de467d"/>
    <p:sldId xmlns:r="http://schemas.openxmlformats.org/officeDocument/2006/relationships" id="257" r:id="Re9f937ea4bbd4dfa"/>
    <p:sldId xmlns:r="http://schemas.openxmlformats.org/officeDocument/2006/relationships" id="258" r:id="R88cb967f88c145cc"/>
    <p:sldId xmlns:r="http://schemas.openxmlformats.org/officeDocument/2006/relationships" id="259" r:id="R61fb260ec2f74c72"/>
    <p:sldId xmlns:r="http://schemas.openxmlformats.org/officeDocument/2006/relationships" id="260" r:id="R8ab170cd409a4094"/>
    <p:sldId xmlns:r="http://schemas.openxmlformats.org/officeDocument/2006/relationships" id="261" r:id="R040e9b04e6ac4fee"/>
    <p:sldId xmlns:r="http://schemas.openxmlformats.org/officeDocument/2006/relationships" id="262" r:id="Rdabb39e9b4e549a4"/>
    <p:sldId xmlns:r="http://schemas.openxmlformats.org/officeDocument/2006/relationships" id="263" r:id="R053b01c310ac4fba"/>
    <p:sldId xmlns:r="http://schemas.openxmlformats.org/officeDocument/2006/relationships" id="264" r:id="R9b31500a45d84f9c"/>
    <p:sldId xmlns:r="http://schemas.openxmlformats.org/officeDocument/2006/relationships" id="265" r:id="R26966d1c6a114ed7"/>
    <p:sldId xmlns:r="http://schemas.openxmlformats.org/officeDocument/2006/relationships" id="266" r:id="R025f638531524407"/>
    <p:sldId xmlns:r="http://schemas.openxmlformats.org/officeDocument/2006/relationships" id="267" r:id="Re148e0f00cc4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05465dcbc4a45" /><Relationship Type="http://schemas.openxmlformats.org/officeDocument/2006/relationships/slideMaster" Target="/ppt/slideMasters/slideMaster1.xml" Id="R1890860098c1492f" /><Relationship Type="http://schemas.openxmlformats.org/officeDocument/2006/relationships/notesMaster" Target="/ppt/notesMasters/notesMaster1.xml" Id="Rf885192315b342ec" /><Relationship Type="http://schemas.openxmlformats.org/officeDocument/2006/relationships/presProps" Target="/ppt/presProps.xml" Id="Re65bc212b0584e7f" /><Relationship Type="http://schemas.openxmlformats.org/officeDocument/2006/relationships/tableStyles" Target="/ppt/tableStyles.xml" Id="Rd2471ac3bba248ce" /><Relationship Type="http://schemas.openxmlformats.org/officeDocument/2006/relationships/slide" Target="/ppt/slides/slide1.xml" Id="Rf7d245bea0de467d" /><Relationship Type="http://schemas.openxmlformats.org/officeDocument/2006/relationships/slide" Target="/ppt/slides/slide2.xml" Id="Re9f937ea4bbd4dfa" /><Relationship Type="http://schemas.openxmlformats.org/officeDocument/2006/relationships/slide" Target="/ppt/slides/slide3.xml" Id="R88cb967f88c145cc" /><Relationship Type="http://schemas.openxmlformats.org/officeDocument/2006/relationships/slide" Target="/ppt/slides/slide4.xml" Id="R61fb260ec2f74c72" /><Relationship Type="http://schemas.openxmlformats.org/officeDocument/2006/relationships/slide" Target="/ppt/slides/slide5.xml" Id="R8ab170cd409a4094" /><Relationship Type="http://schemas.openxmlformats.org/officeDocument/2006/relationships/slide" Target="/ppt/slides/slide6.xml" Id="R040e9b04e6ac4fee" /><Relationship Type="http://schemas.openxmlformats.org/officeDocument/2006/relationships/slide" Target="/ppt/slides/slide7.xml" Id="Rdabb39e9b4e549a4" /><Relationship Type="http://schemas.openxmlformats.org/officeDocument/2006/relationships/slide" Target="/ppt/slides/slide8.xml" Id="R053b01c310ac4fba" /><Relationship Type="http://schemas.openxmlformats.org/officeDocument/2006/relationships/slide" Target="/ppt/slides/slide9.xml" Id="R9b31500a45d84f9c" /><Relationship Type="http://schemas.openxmlformats.org/officeDocument/2006/relationships/slide" Target="/ppt/slides/slide10.xml" Id="R26966d1c6a114ed7" /><Relationship Type="http://schemas.openxmlformats.org/officeDocument/2006/relationships/slide" Target="/ppt/slides/slide11.xml" Id="R025f638531524407" /><Relationship Type="http://schemas.openxmlformats.org/officeDocument/2006/relationships/slide" Target="/ppt/slides/slide12.xml" Id="Re148e0f00cc4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4c647c1bb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8f060dc7541a1" /><Relationship Type="http://schemas.openxmlformats.org/officeDocument/2006/relationships/notesMaster" Target="/ppt/notesMasters/notesMaster1.xml" Id="Rdf39f946a3eb41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6e4a6422654da8" /><Relationship Type="http://schemas.openxmlformats.org/officeDocument/2006/relationships/notesMaster" Target="/ppt/notesMasters/notesMaster1.xml" Id="Rb642b73ae047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2e45e49c1454e" /><Relationship Type="http://schemas.openxmlformats.org/officeDocument/2006/relationships/notesMaster" Target="/ppt/notesMasters/notesMaster1.xml" Id="R9d6820518c76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82df2752e7496f" /><Relationship Type="http://schemas.openxmlformats.org/officeDocument/2006/relationships/notesMaster" Target="/ppt/notesMasters/notesMaster1.xml" Id="Rcce7e67a6e41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ca6685e164358" /><Relationship Type="http://schemas.openxmlformats.org/officeDocument/2006/relationships/notesMaster" Target="/ppt/notesMasters/notesMaster1.xml" Id="R114f025fd2ce4f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05f2771844b67" /><Relationship Type="http://schemas.openxmlformats.org/officeDocument/2006/relationships/notesMaster" Target="/ppt/notesMasters/notesMaster1.xml" Id="R0cc7eee4d10840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affb7868654743" /><Relationship Type="http://schemas.openxmlformats.org/officeDocument/2006/relationships/notesMaster" Target="/ppt/notesMasters/notesMaster1.xml" Id="R77e783ad9dc84e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91db3f224445d0" /><Relationship Type="http://schemas.openxmlformats.org/officeDocument/2006/relationships/notesMaster" Target="/ppt/notesMasters/notesMaster1.xml" Id="R74b7fa50a1904a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310238006d495a" /><Relationship Type="http://schemas.openxmlformats.org/officeDocument/2006/relationships/notesMaster" Target="/ppt/notesMasters/notesMaster1.xml" Id="Rf4cdf8f8a35945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4f114f2f574a0b" /><Relationship Type="http://schemas.openxmlformats.org/officeDocument/2006/relationships/notesMaster" Target="/ppt/notesMasters/notesMaster1.xml" Id="Re523421d8c3842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384d5f6fac4fd0" /><Relationship Type="http://schemas.openxmlformats.org/officeDocument/2006/relationships/notesMaster" Target="/ppt/notesMasters/notesMaster1.xml" Id="Rae36fe8243bc41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b55fd366b3452c" /><Relationship Type="http://schemas.openxmlformats.org/officeDocument/2006/relationships/notesMaster" Target="/ppt/notesMasters/notesMaster1.xml" Id="Rc1ee7b4ddf2f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開場約 30 秒。我們以超市網購為情境，串接商品、SKU、會員購物與營運數據，探索可解釋推薦及 AI 洞察。圖片為 AI 生成的概念插畫，與系統操作畫面分開。</a:t>
            </a:r>
          </a:p>
          <a:p xmlns:a="http://schemas.openxmlformats.org/drawingml/2006/main">
            <a:r>
              <a:t>來源：https://github.com/SamWang61/LLM_PJ/blob/7affe59b23582940a2b83085c023c4b3b8b7d1e9/README.md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秒。消費者需要以分類和關鍵字找到商品並確認規格與價格。管理者需要核對期間營收、熱銷與即時庫存。右圖是有來源紀錄的零流量雲端預覽，屬於商品介面展示，不等於正式版已切換。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https://github.com/SamWang61/LLM_PJ/blob/7affe59b23582940a2b83085c023c4b3b8b7d1e9/README.md</a:t>
            </a:r>
          </a:p>
          <a:p xmlns:a="http://schemas.openxmlformats.org/drawingml/2006/main">
            <a:r>
              <a:t>https://github.com/SamWang61/LLM_PJ/blob/7affe59b23582940a2b83085c023c4b3b8b7d1e9/簡報文件/screenshots/S02-tablet-layout-20261018.md</a:t>
            </a:r>
          </a:p>
          <a:p xmlns:a="http://schemas.openxmlformats.org/drawingml/2006/main">
            <a:r>
              <a:t>截圖對應：S01／S02；圖為 10/18 零流量雲端預覽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秒。Flask 和 Jinja2 組成前後台，會員服務檢查角色與 CSRF，SKU 服務處理購物車及訂單，統計與 AI 讀取有界線的資料。AI 不直接持有任意資料庫執行權限。LangGraph 編排 BGE 與 Claude，正式模型旗標仍需以同版遠端驗收確認。圖中模組與連線可在 PowerPoint 編輯。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https://github.com/SamWang61/LLM_PJ/blob/7affe59b23582940a2b83085c023c4b3b8b7d1e9/deploy/README.md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秒。336 商品和 SKU 是資料核對快照。3,000 訂單與 8,969 明細來自 D1～D3 合成批次，另有兩筆 demo，不把測試數字說成實際營業績效。D4 1,240 事件包含四事件各 310，全部有 synthetic 與 exclude_from_attribution 標記。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https://github.com/SamWang61/LLM_PJ/blob/7affe59b23582940a2b83085c023c4b3b8b7d1e9/docs/SAM_SCHEMA_AUDIT_2026-10-17.md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截圖對應：S10 schema／關聯／示範標記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秒。以刷樂醫生牙刷為例，10/17 截圖中的價格 NT$79、庫存 95 與當時 Atlas 唯讀讀回一致。庫存是當時快照，並非本次重新即時查詢。搜尋同時要檢查有結果與無結果，分類與分頁則保持查詢條件。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https://github.com/SamWang61/LLM_PJ/blob/7affe59b23582940a2b83085c023c4b3b8b7d1e9/docs/SAM_LIVE_CATALOG_AUDIT_2026-10-17.md</a:t>
            </a:r>
          </a:p>
          <a:p xmlns:a="http://schemas.openxmlformats.org/drawingml/2006/main">
            <a:r>
              <a:t>https://github.com/SamWang61/LLM_PJ/blob/7affe59b23582940a2b83085c023c4b3b8b7d1e9/簡報文件/screenshots/S03-product-evidence.md</a:t>
            </a:r>
          </a:p>
          <a:p xmlns:a="http://schemas.openxmlformats.org/drawingml/2006/main">
            <a:r>
              <a:t>截圖對應：S02 搜尋與空結果；S03 商品／SKU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秒。左圖為正式網站匿名登入頁，沒有輸入帳密。此圖只呈現入口，登入成功、錯誤帳號、停用、跨裝置與撤權需要各自的 S04 證據。多裝置登入採可獨立撤銷的 session，不以互相踢出代表完成。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https://github.com/SamWang61/LLM_PJ/blob/7affe59b23582940a2b83085c023c4b3b8b7d1e9/docs/REN_AUTH_ORDER.md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截圖對應：S04 驗證待補；此圖來源為 S11 匿名登入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秒。選 SKU 後加購，調整數量再示範結帳，交易內建立訂單和明細並扣庫存。expected_revision 防止舊購物車覆寫，checkout_id 與 operation_id 處理相同請求重送。186 項同版本機測試涵蓋 rollback、最後庫存併發與撤權 rollback。正式修訂的完整遠端會員交易仍需補同版證據。沒有金流或物流串接。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截圖對應：S05 加購／改量／結帳／訂單與失敗情境，待補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秒。候選先檢查 active、可推薦與庫存，規則基線提供冷啟動。搜尋文字或最近商品行為形成查詢，配置完成後由 BGE 做 cosine 相似度排序。模型未備妥時保留規則結果。正式 runtime 的 AI 旗標目前關閉，因此此頁講設計與程式流程，不宣稱正式模型已在線上運作。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截圖對應：S07 推薦理由／冷啟動情境待補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秒。有效營收採已付款且未取消的訂單，平均客單以有效訂單計算，沒有有效訂單時顯示空值。低庫存反映當前可用數量，不能當歷史庫存。S06 同版管理員畫面與資料對帳未齊，這一頁使用可編輯的定義表呈現已實作口徑，沒有填入虛構營收或 KPI。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https://github.com/SamWang61/LLM_PJ/blob/7affe59b23582940a2b83085c023c4b3b8b7d1e9/docs/AI_DASHBOARD.md</a:t>
            </a:r>
          </a:p>
          <a:p xmlns:a="http://schemas.openxmlformats.org/drawingml/2006/main">
            <a:r>
              <a:t>截圖對應：S06 期間篩選／KPI／熱銷，同版操作圖待補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65 秒。規則提供可核對的基線，BGE 處理商品語意相似，Claude 依白名單彙總產生營運說明。三者任務不同，不把相似度與文字摘要當成同一準確率。正式模型和自由提問仍待遠端驗收，不填造耗時、token 或成本。真模型實測需註明配置、輸入、樣本和執行環境。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https://github.com/SamWang61/LLM_PJ/blob/7affe59b23582940a2b83085c023c4b3b8b7d1e9/docs/AI_DASHBOARD.md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截圖對應：S08 同輸入／實際狀態／耗時／失敗退回，待補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秒。186 passed／0 skipped 為 80513a9 同版本機隔離 MongoDB 測試。D4 1,240 筆 apply、verify 和重送完成，並有 synthetic 排除歸因標記。正式發布紀錄 00013-ds5 在 00:12 為 100% 流量，此次簡報編輯沒有重新讀管理端。右圖為 390×844 瀏覽器窄視窗，不當作手機實機驗收。S09 Actions、S11 管理端與 S12 完整裝置畫面仍需補最終版本。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https://github.com/SamWang61/LLM_PJ/blob/7affe59b23582940a2b83085c023c4b3b8b7d1e9/簡報文件/screenshots/S02-catalog-evidence.md</a:t>
            </a:r>
          </a:p>
          <a:p xmlns:a="http://schemas.openxmlformats.org/drawingml/2006/main">
            <a:r>
              <a:t>截圖對應：S09 CI、S11 deployment、S12 mobile；右圖僅瀏覽器窄視窗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秒。已交付 SKU 資料服務、前後台整合、同版本機交易測試與 D4 批次驗證。後續補齊正式會員交易、真模型、D5 後台寫入與稽核，以及跨裝置素材和最終簽收。合照由使用者提供，原圖置於滿版底層，以白色透明遮罩呈現浮水印。組員與講師的姓名、學號、英文名、Email 見本頁及封面。</a:t>
            </a:r>
          </a:p>
          <a:p xmlns:a="http://schemas.openxmlformats.org/drawingml/2006/main">
            <a:r>
              <a:t>來源：https://github.com/SamWang61/LLM_PJ/blob/7affe59b23582940a2b83085c023c4b3b8b7d1e9/docs/SAM_PROGRESS_CHECKPOINT_2026-10-18.md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d65d5924444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d87aa66b143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29a2a634346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4d991a2884e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da3d0a04644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3506b8041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BA49B-713B-492A-8EFA-2233F5F06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7D989D-AF73-4E76-BE99-5814C860F4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BF0CC-B711-4748-9FF4-2C115DC05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3E8055-462A-4899-992E-3870E529C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CF80BD-9216-4C73-B70A-E52008343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F3B728-70F3-464B-8584-1FEF170A9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CE01AD-6367-4F2D-8BD2-8753E563D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76BCBE-41EE-4A63-8C7F-0C7C3585C9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EBAA4-3EB5-4E2D-993C-7B2B19830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3B05BF-A90A-43BA-B2FD-071CA6EC75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4e0344d9654fa0" /><Relationship Type="http://schemas.openxmlformats.org/officeDocument/2006/relationships/slideLayout" Target="/ppt/slideLayouts/slideLayout1.xml" Id="R08cd38e65b394095" /><Relationship Type="http://schemas.openxmlformats.org/officeDocument/2006/relationships/slideLayout" Target="/ppt/slideLayouts/slideLayout2.xml" Id="R90f8de63f78f43ed" /><Relationship Type="http://schemas.openxmlformats.org/officeDocument/2006/relationships/slideLayout" Target="/ppt/slideLayouts/slideLayout3.xml" Id="R20207a1c5f4e4535" /><Relationship Type="http://schemas.openxmlformats.org/officeDocument/2006/relationships/slideLayout" Target="/ppt/slideLayouts/slideLayout4.xml" Id="R4ed4ae42797b4baa" /><Relationship Type="http://schemas.openxmlformats.org/officeDocument/2006/relationships/slideLayout" Target="/ppt/slideLayouts/slideLayout5.xml" Id="Ra587059559b5453c" /><Relationship Type="http://schemas.openxmlformats.org/officeDocument/2006/relationships/slideLayout" Target="/ppt/slideLayouts/slideLayout6.xml" Id="Rfb103cbcb100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d38e65b394095"/>
    <p:sldLayoutId xmlns:r="http://schemas.openxmlformats.org/officeDocument/2006/relationships" id="2147483650" r:id="R90f8de63f78f43ed"/>
    <p:sldLayoutId xmlns:r="http://schemas.openxmlformats.org/officeDocument/2006/relationships" id="2147483651" r:id="R20207a1c5f4e4535"/>
    <p:sldLayoutId xmlns:r="http://schemas.openxmlformats.org/officeDocument/2006/relationships" id="2147483652" r:id="R4ed4ae42797b4baa"/>
    <p:sldLayoutId xmlns:r="http://schemas.openxmlformats.org/officeDocument/2006/relationships" id="2147483653" r:id="Ra587059559b5453c"/>
    <p:sldLayoutId xmlns:r="http://schemas.openxmlformats.org/officeDocument/2006/relationships" id="2147483654" r:id="Rfb103cbcb100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9ad1e74ca46c7" /><Relationship Type="http://schemas.openxmlformats.org/officeDocument/2006/relationships/image" Target="/ppt/media/image.png" Id="R4dd341f488364135" /><Relationship Type="http://schemas.openxmlformats.org/officeDocument/2006/relationships/image" Target="/ppt/media/image.jpeg" Id="Ref3514571d7e4d61" /><Relationship Type="http://schemas.openxmlformats.org/officeDocument/2006/relationships/hyperlink" Target="mailto:jeff841117@gmail.com" TargetMode="External" Id="R1491626575e84439" /><Relationship Type="http://schemas.openxmlformats.org/officeDocument/2006/relationships/hyperlink" Target="mailto:jeff841117@gmail.com" TargetMode="External" Id="Raabe38eeb5084d81" /><Relationship Type="http://schemas.openxmlformats.org/officeDocument/2006/relationships/hyperlink" Target="mailto:chen2000401@gmail.com" TargetMode="External" Id="R3002c1fad0ac43b5" /><Relationship Type="http://schemas.openxmlformats.org/officeDocument/2006/relationships/hyperlink" Target="mailto:chen2000401@gmail.com" TargetMode="External" Id="R461bed140935434c" /><Relationship Type="http://schemas.openxmlformats.org/officeDocument/2006/relationships/hyperlink" Target="mailto:cashsam@gmail.com" TargetMode="External" Id="R0940dfc6841e4013" /><Relationship Type="http://schemas.openxmlformats.org/officeDocument/2006/relationships/hyperlink" Target="mailto:cashsam@gmail.com" TargetMode="External" Id="R4e5ac15c6e2b4f67" /><Relationship Type="http://schemas.openxmlformats.org/officeDocument/2006/relationships/hyperlink" Target="mailto:fcaibialvin@gmail.com" TargetMode="External" Id="R6689c60c7acb4dc5" /><Relationship Type="http://schemas.openxmlformats.org/officeDocument/2006/relationships/notesSlide" Target="/ppt/notesSlides/notesSlide1.xml" Id="Rc641d5825348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40f6358d44c13" /><Relationship Type="http://schemas.openxmlformats.org/officeDocument/2006/relationships/image" Target="/ppt/media/image2.png" Id="R4baf3367be374574" /><Relationship Type="http://schemas.openxmlformats.org/officeDocument/2006/relationships/notesSlide" Target="/ppt/notesSlides/notesSlide2.xml" Id="Re9b8a599c68d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25c0705c74b3e" /><Relationship Type="http://schemas.openxmlformats.org/officeDocument/2006/relationships/notesSlide" Target="/ppt/notesSlides/notesSlide3.xml" Id="Re963e3e193ce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ec623417542f5" /><Relationship Type="http://schemas.openxmlformats.org/officeDocument/2006/relationships/notesSlide" Target="/ppt/notesSlides/notesSlide4.xml" Id="Rfbcb3633f808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35943c5734e76" /><Relationship Type="http://schemas.openxmlformats.org/officeDocument/2006/relationships/image" Target="/ppt/media/image3.png" Id="Re982df165022413d" /><Relationship Type="http://schemas.openxmlformats.org/officeDocument/2006/relationships/notesSlide" Target="/ppt/notesSlides/notesSlide5.xml" Id="R4e7635b60c5144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9f77053c24444" /><Relationship Type="http://schemas.openxmlformats.org/officeDocument/2006/relationships/image" Target="/ppt/media/image2.jpeg" Id="R4f6f9a8acbf5475c" /><Relationship Type="http://schemas.openxmlformats.org/officeDocument/2006/relationships/notesSlide" Target="/ppt/notesSlides/notesSlide6.xml" Id="R087e9637cc3a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e448d3fb246b5" /><Relationship Type="http://schemas.openxmlformats.org/officeDocument/2006/relationships/notesSlide" Target="/ppt/notesSlides/notesSlide7.xml" Id="R7e0c3937f3a345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6f7dd70a9480e" /><Relationship Type="http://schemas.openxmlformats.org/officeDocument/2006/relationships/notesSlide" Target="/ppt/notesSlides/notesSlide8.xml" Id="R30555dc392b84d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65f8399ee4aed" /><Relationship Type="http://schemas.openxmlformats.org/officeDocument/2006/relationships/notesSlide" Target="/ppt/notesSlides/notesSlide9.xml" Id="R73674daf4f88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d9a2203ad4106" /><Relationship Type="http://schemas.openxmlformats.org/officeDocument/2006/relationships/notesSlide" Target="/ppt/notesSlides/notesSlide10.xml" Id="R5eef4b12bb4c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feb98aa664af6" /><Relationship Type="http://schemas.openxmlformats.org/officeDocument/2006/relationships/image" Target="/ppt/media/image3.jpeg" Id="R011433f69d97415f" /><Relationship Type="http://schemas.openxmlformats.org/officeDocument/2006/relationships/notesSlide" Target="/ppt/notesSlides/notesSlide11.xml" Id="Rfc37b29bbe8e46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9ce0471614693" /><Relationship Type="http://schemas.openxmlformats.org/officeDocument/2006/relationships/image" Target="/ppt/media/image4.jpeg" Id="R30a25bb372c347e1" /><Relationship Type="http://schemas.openxmlformats.org/officeDocument/2006/relationships/hyperlink" Target="mailto:cashsam@gmail.com" TargetMode="External" Id="R1aff860ea12f4791" /><Relationship Type="http://schemas.openxmlformats.org/officeDocument/2006/relationships/hyperlink" Target="mailto:cashsam@gmail.com" TargetMode="External" Id="R1937a534b441407f" /><Relationship Type="http://schemas.openxmlformats.org/officeDocument/2006/relationships/hyperlink" Target="mailto:chen2000401@gmail.com" TargetMode="External" Id="R789f5edd7612413f" /><Relationship Type="http://schemas.openxmlformats.org/officeDocument/2006/relationships/hyperlink" Target="mailto:chen2000401@gmail.com" TargetMode="External" Id="Rf3ff650d1bf44da9" /><Relationship Type="http://schemas.openxmlformats.org/officeDocument/2006/relationships/hyperlink" Target="mailto:jeff841117@gmail.com" TargetMode="External" Id="R3118e27b2a7e4df1" /><Relationship Type="http://schemas.openxmlformats.org/officeDocument/2006/relationships/hyperlink" Target="mailto:jeff841117@gmail.com" TargetMode="External" Id="R212de99f4431440f" /><Relationship Type="http://schemas.openxmlformats.org/officeDocument/2006/relationships/hyperlink" Target="mailto:fcaibialvin@gmail.com" TargetMode="External" Id="Re3cbf1d64d06442f" /><Relationship Type="http://schemas.openxmlformats.org/officeDocument/2006/relationships/notesSlide" Target="/ppt/notesSlides/notesSlide12.xml" Id="R9fef1361fb7a4e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27B1F-7FCC-4DB4-B044-A6F862A35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341f488364135"/>
          <a:stretch xmlns:a="http://schemas.openxmlformats.org/drawingml/2006/main"/>
        </p:blipFill>
        <p:spPr>
          <a:xfrm xmlns:a="http://schemas.openxmlformats.org/drawingml/2006/main">
            <a:off x="5622554" y="342900"/>
            <a:ext cx="6566642" cy="36957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32425-31D5-46BA-8249-8EFB45B47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514571d7e4d61"/>
          <a:stretch xmlns:a="http://schemas.openxmlformats.org/drawingml/2006/main"/>
        </p:blipFill>
        <p:spPr>
          <a:xfrm xmlns:a="http://schemas.openxmlformats.org/drawingml/2006/main">
            <a:off x="7239000" y="3991273"/>
            <a:ext cx="4333875" cy="2437805"/>
          </a:xfrm>
          <a:prstGeom xmlns:a="http://schemas.openxmlformats.org/drawingml/2006/main" prst="rect">
            <a:avLst/>
          </a:prstGeom>
        </p:spPr>
      </p:pic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4362A4A4-4443-4F81-A2A2-6650A15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657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550" b="1">
                <a:solidFill>
                  <a:srgbClr val="14634B"/>
                </a:solidFill>
              </a:defRPr>
            </a:defPPr>
            <a:lvl1pPr algn="l">
              <a:defRPr sz="5550" b="1">
                <a:solidFill>
                  <a:srgbClr val="14634B"/>
                </a:solidFill>
              </a:defRPr>
            </a:lvl1pPr>
            <a:lvl2pPr algn="l">
              <a:defRPr sz="5550" b="1">
                <a:solidFill>
                  <a:srgbClr val="14634B"/>
                </a:solidFill>
              </a:defRPr>
            </a:lvl2pPr>
            <a:lvl3pPr algn="l">
              <a:defRPr sz="5550" b="1">
                <a:solidFill>
                  <a:srgbClr val="14634B"/>
                </a:solidFill>
              </a:defRPr>
            </a:lvl3pPr>
            <a:lvl4pPr algn="l">
              <a:defRPr sz="5550" b="1">
                <a:solidFill>
                  <a:srgbClr val="14634B"/>
                </a:solidFill>
              </a:defRPr>
            </a:lvl4pPr>
            <a:lvl5pPr algn="l">
              <a:defRPr sz="5550" b="1">
                <a:solidFill>
                  <a:srgbClr val="14634B"/>
                </a:solidFill>
              </a:defRPr>
            </a:lvl5pPr>
            <a:lvl6pPr algn="l">
              <a:defRPr sz="5550" b="1">
                <a:solidFill>
                  <a:srgbClr val="14634B"/>
                </a:solidFill>
              </a:defRPr>
            </a:lvl6pPr>
            <a:lvl7pPr algn="l">
              <a:defRPr sz="5550" b="1">
                <a:solidFill>
                  <a:srgbClr val="14634B"/>
                </a:solidFill>
              </a:defRPr>
            </a:lvl7pPr>
            <a:lvl8pPr algn="l">
              <a:defRPr sz="5550" b="1">
                <a:solidFill>
                  <a:srgbClr val="14634B"/>
                </a:solidFill>
              </a:defRPr>
            </a:lvl8pPr>
            <a:lvl9pPr algn="l">
              <a:defRPr sz="5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14634B"/>
                </a:solidFill>
              </a:defRPr>
            </a:pPr>
            <a:r>
              <a:rPr sz="5550" b="1">
                <a:solidFill>
                  <a:srgbClr val="14634B"/>
                </a:solidFill>
              </a:rPr>
              <a:t>VibeCart AI</a:t>
            </a:r>
          </a:p>
        </p:txBody>
      </p:sp>
      <p:sp>
        <p:nvSpPr>
          <p:cNvPr id="4" name="智慧購物與營運分析">
            <a:extLst xmlns:a="http://schemas.openxmlformats.org/drawingml/2006/main">
              <a:ext uri="{FF2B5EF4-FFF2-40B4-BE49-F238E27FC236}">
                <a16:creationId xmlns:a16="http://schemas.microsoft.com/office/drawing/2014/main" id="{01867C9A-B6D1-410D-BC78-42575F5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122D3A"/>
                </a:solidFill>
              </a:defRPr>
            </a:defPPr>
            <a:lvl1pPr algn="l">
              <a:defRPr sz="3225" b="1">
                <a:solidFill>
                  <a:srgbClr val="122D3A"/>
                </a:solidFill>
              </a:defRPr>
            </a:lvl1pPr>
            <a:lvl2pPr algn="l">
              <a:defRPr sz="3225" b="1">
                <a:solidFill>
                  <a:srgbClr val="122D3A"/>
                </a:solidFill>
              </a:defRPr>
            </a:lvl2pPr>
            <a:lvl3pPr algn="l">
              <a:defRPr sz="3225" b="1">
                <a:solidFill>
                  <a:srgbClr val="122D3A"/>
                </a:solidFill>
              </a:defRPr>
            </a:lvl3pPr>
            <a:lvl4pPr algn="l">
              <a:defRPr sz="3225" b="1">
                <a:solidFill>
                  <a:srgbClr val="122D3A"/>
                </a:solidFill>
              </a:defRPr>
            </a:lvl4pPr>
            <a:lvl5pPr algn="l">
              <a:defRPr sz="3225" b="1">
                <a:solidFill>
                  <a:srgbClr val="122D3A"/>
                </a:solidFill>
              </a:defRPr>
            </a:lvl5pPr>
            <a:lvl6pPr algn="l">
              <a:defRPr sz="3225" b="1">
                <a:solidFill>
                  <a:srgbClr val="122D3A"/>
                </a:solidFill>
              </a:defRPr>
            </a:lvl6pPr>
            <a:lvl7pPr algn="l">
              <a:defRPr sz="3225" b="1">
                <a:solidFill>
                  <a:srgbClr val="122D3A"/>
                </a:solidFill>
              </a:defRPr>
            </a:lvl7pPr>
            <a:lvl8pPr algn="l">
              <a:defRPr sz="3225" b="1">
                <a:solidFill>
                  <a:srgbClr val="122D3A"/>
                </a:solidFill>
              </a:defRPr>
            </a:lvl8pPr>
            <a:lvl9pPr algn="l">
              <a:defRPr sz="3225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D3A"/>
                </a:solidFill>
              </a:defRPr>
            </a:pPr>
            <a:r>
              <a:rPr sz="3225" b="1">
                <a:solidFill>
                  <a:srgbClr val="122D3A"/>
                </a:solidFill>
              </a:rPr>
              <a:t>智慧購物與營運分析</a:t>
            </a:r>
          </a:p>
        </p:txBody>
      </p:sp>
      <p:sp>
        <p:nvSpPr>
          <p:cNvPr id="5" name="超市網購 × AI 推薦 × 資料驗證">
            <a:extLst xmlns:a="http://schemas.openxmlformats.org/drawingml/2006/main">
              <a:ext uri="{FF2B5EF4-FFF2-40B4-BE49-F238E27FC236}">
                <a16:creationId xmlns:a16="http://schemas.microsoft.com/office/drawing/2014/main" id="{E6B36C6F-ADC8-43EE-829B-5BA4804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622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536760"/>
                </a:solidFill>
              </a:defRPr>
            </a:defPPr>
            <a:lvl1pPr algn="l">
              <a:defRPr sz="1950" b="0">
                <a:solidFill>
                  <a:srgbClr val="536760"/>
                </a:solidFill>
              </a:defRPr>
            </a:lvl1pPr>
            <a:lvl2pPr algn="l">
              <a:defRPr sz="1950" b="0">
                <a:solidFill>
                  <a:srgbClr val="536760"/>
                </a:solidFill>
              </a:defRPr>
            </a:lvl2pPr>
            <a:lvl3pPr algn="l">
              <a:defRPr sz="1950" b="0">
                <a:solidFill>
                  <a:srgbClr val="536760"/>
                </a:solidFill>
              </a:defRPr>
            </a:lvl3pPr>
            <a:lvl4pPr algn="l">
              <a:defRPr sz="1950" b="0">
                <a:solidFill>
                  <a:srgbClr val="536760"/>
                </a:solidFill>
              </a:defRPr>
            </a:lvl4pPr>
            <a:lvl5pPr algn="l">
              <a:defRPr sz="1950" b="0">
                <a:solidFill>
                  <a:srgbClr val="536760"/>
                </a:solidFill>
              </a:defRPr>
            </a:lvl5pPr>
            <a:lvl6pPr algn="l">
              <a:defRPr sz="1950" b="0">
                <a:solidFill>
                  <a:srgbClr val="536760"/>
                </a:solidFill>
              </a:defRPr>
            </a:lvl6pPr>
            <a:lvl7pPr algn="l">
              <a:defRPr sz="1950" b="0">
                <a:solidFill>
                  <a:srgbClr val="536760"/>
                </a:solidFill>
              </a:defRPr>
            </a:lvl7pPr>
            <a:lvl8pPr algn="l">
              <a:defRPr sz="1950" b="0">
                <a:solidFill>
                  <a:srgbClr val="536760"/>
                </a:solidFill>
              </a:defRPr>
            </a:lvl8pPr>
            <a:lvl9pPr algn="l">
              <a:defRPr sz="19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760"/>
                </a:solidFill>
              </a:defRPr>
            </a:pPr>
            <a:r>
              <a:rPr sz="1950" b="0">
                <a:solidFill>
                  <a:srgbClr val="536760"/>
                </a:solidFill>
              </a:rPr>
              <a:t>超市網購 × AI 推薦 × 資料驗證</a:t>
            </a:r>
          </a:p>
        </p:txBody>
      </p:sp>
      <p:sp>
        <p:nvSpPr>
          <p:cNvPr id="6" name="聯成資訊 LLM-2601 第六組">
            <a:extLst xmlns:a="http://schemas.openxmlformats.org/drawingml/2006/main">
              <a:ext uri="{FF2B5EF4-FFF2-40B4-BE49-F238E27FC236}">
                <a16:creationId xmlns:a16="http://schemas.microsoft.com/office/drawing/2014/main" id="{15A2B6E1-F27A-4DE1-937D-8908120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147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4634B"/>
                </a:solidFill>
              </a:defRPr>
            </a:defPPr>
            <a:lvl1pPr algn="l">
              <a:defRPr sz="1875" b="1">
                <a:solidFill>
                  <a:srgbClr val="14634B"/>
                </a:solidFill>
              </a:defRPr>
            </a:lvl1pPr>
            <a:lvl2pPr algn="l">
              <a:defRPr sz="1875" b="1">
                <a:solidFill>
                  <a:srgbClr val="14634B"/>
                </a:solidFill>
              </a:defRPr>
            </a:lvl2pPr>
            <a:lvl3pPr algn="l">
              <a:defRPr sz="1875" b="1">
                <a:solidFill>
                  <a:srgbClr val="14634B"/>
                </a:solidFill>
              </a:defRPr>
            </a:lvl3pPr>
            <a:lvl4pPr algn="l">
              <a:defRPr sz="1875" b="1">
                <a:solidFill>
                  <a:srgbClr val="14634B"/>
                </a:solidFill>
              </a:defRPr>
            </a:lvl4pPr>
            <a:lvl5pPr algn="l">
              <a:defRPr sz="1875" b="1">
                <a:solidFill>
                  <a:srgbClr val="14634B"/>
                </a:solidFill>
              </a:defRPr>
            </a:lvl5pPr>
            <a:lvl6pPr algn="l">
              <a:defRPr sz="1875" b="1">
                <a:solidFill>
                  <a:srgbClr val="14634B"/>
                </a:solidFill>
              </a:defRPr>
            </a:lvl6pPr>
            <a:lvl7pPr algn="l">
              <a:defRPr sz="1875" b="1">
                <a:solidFill>
                  <a:srgbClr val="14634B"/>
                </a:solidFill>
              </a:defRPr>
            </a:lvl7pPr>
            <a:lvl8pPr algn="l">
              <a:defRPr sz="1875" b="1">
                <a:solidFill>
                  <a:srgbClr val="14634B"/>
                </a:solidFill>
              </a:defRPr>
            </a:lvl8pPr>
            <a:lvl9pPr algn="l">
              <a:defRPr sz="18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634B"/>
                </a:solidFill>
              </a:defRPr>
            </a:pPr>
            <a:r>
              <a:rPr sz="1875" b="1">
                <a:solidFill>
                  <a:srgbClr val="14634B"/>
                </a:solidFill>
              </a:rPr>
              <a:t>聯成資訊 LLM-2601 第六組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04143-85AF-438F-9A04-68051545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defRPr sz="1800" b="0">
                <a:solidFill>
                  <a:srgbClr val="14634B"/>
                </a:solidFill>
              </a:defRPr>
            </a:lvl1pPr>
            <a:lvl2pPr algn="l">
              <a:defRPr sz="1800" b="0">
                <a:solidFill>
                  <a:srgbClr val="14634B"/>
                </a:solidFill>
              </a:defRPr>
            </a:lvl2pPr>
            <a:lvl3pPr algn="l">
              <a:defRPr sz="1800" b="0">
                <a:solidFill>
                  <a:srgbClr val="14634B"/>
                </a:solidFill>
              </a:defRPr>
            </a:lvl3pPr>
            <a:lvl4pPr algn="l">
              <a:defRPr sz="1800" b="0">
                <a:solidFill>
                  <a:srgbClr val="14634B"/>
                </a:solidFill>
              </a:defRPr>
            </a:lvl4pPr>
            <a:lvl5pPr algn="l">
              <a:defRPr sz="1800" b="0">
                <a:solidFill>
                  <a:srgbClr val="14634B"/>
                </a:solidFill>
              </a:defRPr>
            </a:lvl5pPr>
            <a:lvl6pPr algn="l">
              <a:defRPr sz="1800" b="0">
                <a:solidFill>
                  <a:srgbClr val="14634B"/>
                </a:solidFill>
              </a:defRPr>
            </a:lvl6pPr>
            <a:lvl7pPr algn="l">
              <a:defRPr sz="1800" b="0">
                <a:solidFill>
                  <a:srgbClr val="14634B"/>
                </a:solidFill>
              </a:defRPr>
            </a:lvl7pPr>
            <a:lvl8pPr algn="l">
              <a:defRPr sz="1800" b="0">
                <a:solidFill>
                  <a:srgbClr val="14634B"/>
                </a:solidFill>
              </a:defRPr>
            </a:lvl8pPr>
            <a:lvl9pPr algn="l"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491626575e84439"/>
              </a:rPr>
              <a:t>106104063　黃健維 JEFF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B0B99-9415-4505-BBFE-E2B17C6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529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defRPr sz="1500" b="0">
                <a:solidFill>
                  <a:srgbClr val="536760"/>
                </a:solidFill>
              </a:defRPr>
            </a:lvl1pPr>
            <a:lvl2pPr algn="l">
              <a:defRPr sz="1500" b="0">
                <a:solidFill>
                  <a:srgbClr val="536760"/>
                </a:solidFill>
              </a:defRPr>
            </a:lvl2pPr>
            <a:lvl3pPr algn="l">
              <a:defRPr sz="1500" b="0">
                <a:solidFill>
                  <a:srgbClr val="536760"/>
                </a:solidFill>
              </a:defRPr>
            </a:lvl3pPr>
            <a:lvl4pPr algn="l">
              <a:defRPr sz="1500" b="0">
                <a:solidFill>
                  <a:srgbClr val="536760"/>
                </a:solidFill>
              </a:defRPr>
            </a:lvl4pPr>
            <a:lvl5pPr algn="l">
              <a:defRPr sz="1500" b="0">
                <a:solidFill>
                  <a:srgbClr val="536760"/>
                </a:solidFill>
              </a:defRPr>
            </a:lvl5pPr>
            <a:lvl6pPr algn="l">
              <a:defRPr sz="1500" b="0">
                <a:solidFill>
                  <a:srgbClr val="536760"/>
                </a:solidFill>
              </a:defRPr>
            </a:lvl6pPr>
            <a:lvl7pPr algn="l">
              <a:defRPr sz="1500" b="0">
                <a:solidFill>
                  <a:srgbClr val="536760"/>
                </a:solidFill>
              </a:defRPr>
            </a:lvl7pPr>
            <a:lvl8pPr algn="l">
              <a:defRPr sz="1500" b="0">
                <a:solidFill>
                  <a:srgbClr val="536760"/>
                </a:solidFill>
              </a:defRPr>
            </a:lvl8pPr>
            <a:lvl9pPr algn="l"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aabe38eeb5084d81"/>
              </a:rPr>
              <a:t>jeff841117@gmail.com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E6F22-C4E1-4EEA-BD96-091A252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577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defRPr sz="1800" b="0">
                <a:solidFill>
                  <a:srgbClr val="14634B"/>
                </a:solidFill>
              </a:defRPr>
            </a:lvl1pPr>
            <a:lvl2pPr algn="l">
              <a:defRPr sz="1800" b="0">
                <a:solidFill>
                  <a:srgbClr val="14634B"/>
                </a:solidFill>
              </a:defRPr>
            </a:lvl2pPr>
            <a:lvl3pPr algn="l">
              <a:defRPr sz="1800" b="0">
                <a:solidFill>
                  <a:srgbClr val="14634B"/>
                </a:solidFill>
              </a:defRPr>
            </a:lvl3pPr>
            <a:lvl4pPr algn="l">
              <a:defRPr sz="1800" b="0">
                <a:solidFill>
                  <a:srgbClr val="14634B"/>
                </a:solidFill>
              </a:defRPr>
            </a:lvl4pPr>
            <a:lvl5pPr algn="l">
              <a:defRPr sz="1800" b="0">
                <a:solidFill>
                  <a:srgbClr val="14634B"/>
                </a:solidFill>
              </a:defRPr>
            </a:lvl5pPr>
            <a:lvl6pPr algn="l">
              <a:defRPr sz="1800" b="0">
                <a:solidFill>
                  <a:srgbClr val="14634B"/>
                </a:solidFill>
              </a:defRPr>
            </a:lvl6pPr>
            <a:lvl7pPr algn="l">
              <a:defRPr sz="1800" b="0">
                <a:solidFill>
                  <a:srgbClr val="14634B"/>
                </a:solidFill>
              </a:defRPr>
            </a:lvl7pPr>
            <a:lvl8pPr algn="l">
              <a:defRPr sz="1800" b="0">
                <a:solidFill>
                  <a:srgbClr val="14634B"/>
                </a:solidFill>
              </a:defRPr>
            </a:lvl8pPr>
            <a:lvl9pPr algn="l"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002c1fad0ac43b5"/>
              </a:rPr>
              <a:t>105910496　陳仁千 REN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E4A87-DE01-4273-990B-1F7B30D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625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defRPr sz="1500" b="0">
                <a:solidFill>
                  <a:srgbClr val="536760"/>
                </a:solidFill>
              </a:defRPr>
            </a:lvl1pPr>
            <a:lvl2pPr algn="l">
              <a:defRPr sz="1500" b="0">
                <a:solidFill>
                  <a:srgbClr val="536760"/>
                </a:solidFill>
              </a:defRPr>
            </a:lvl2pPr>
            <a:lvl3pPr algn="l">
              <a:defRPr sz="1500" b="0">
                <a:solidFill>
                  <a:srgbClr val="536760"/>
                </a:solidFill>
              </a:defRPr>
            </a:lvl3pPr>
            <a:lvl4pPr algn="l">
              <a:defRPr sz="1500" b="0">
                <a:solidFill>
                  <a:srgbClr val="536760"/>
                </a:solidFill>
              </a:defRPr>
            </a:lvl4pPr>
            <a:lvl5pPr algn="l">
              <a:defRPr sz="1500" b="0">
                <a:solidFill>
                  <a:srgbClr val="536760"/>
                </a:solidFill>
              </a:defRPr>
            </a:lvl5pPr>
            <a:lvl6pPr algn="l">
              <a:defRPr sz="1500" b="0">
                <a:solidFill>
                  <a:srgbClr val="536760"/>
                </a:solidFill>
              </a:defRPr>
            </a:lvl6pPr>
            <a:lvl7pPr algn="l">
              <a:defRPr sz="1500" b="0">
                <a:solidFill>
                  <a:srgbClr val="536760"/>
                </a:solidFill>
              </a:defRPr>
            </a:lvl7pPr>
            <a:lvl8pPr algn="l">
              <a:defRPr sz="1500" b="0">
                <a:solidFill>
                  <a:srgbClr val="536760"/>
                </a:solidFill>
              </a:defRPr>
            </a:lvl8pPr>
            <a:lvl9pPr algn="l"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461bed140935434c"/>
              </a:rPr>
              <a:t>chen2000401@gmail.com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5F8A7-6F82-4425-9815-3CB9F47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673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defRPr sz="1800" b="0">
                <a:solidFill>
                  <a:srgbClr val="14634B"/>
                </a:solidFill>
              </a:defRPr>
            </a:lvl1pPr>
            <a:lvl2pPr algn="l">
              <a:defRPr sz="1800" b="0">
                <a:solidFill>
                  <a:srgbClr val="14634B"/>
                </a:solidFill>
              </a:defRPr>
            </a:lvl2pPr>
            <a:lvl3pPr algn="l">
              <a:defRPr sz="1800" b="0">
                <a:solidFill>
                  <a:srgbClr val="14634B"/>
                </a:solidFill>
              </a:defRPr>
            </a:lvl3pPr>
            <a:lvl4pPr algn="l">
              <a:defRPr sz="1800" b="0">
                <a:solidFill>
                  <a:srgbClr val="14634B"/>
                </a:solidFill>
              </a:defRPr>
            </a:lvl4pPr>
            <a:lvl5pPr algn="l">
              <a:defRPr sz="1800" b="0">
                <a:solidFill>
                  <a:srgbClr val="14634B"/>
                </a:solidFill>
              </a:defRPr>
            </a:lvl5pPr>
            <a:lvl6pPr algn="l">
              <a:defRPr sz="1800" b="0">
                <a:solidFill>
                  <a:srgbClr val="14634B"/>
                </a:solidFill>
              </a:defRPr>
            </a:lvl6pPr>
            <a:lvl7pPr algn="l">
              <a:defRPr sz="1800" b="0">
                <a:solidFill>
                  <a:srgbClr val="14634B"/>
                </a:solidFill>
              </a:defRPr>
            </a:lvl7pPr>
            <a:lvl8pPr algn="l">
              <a:defRPr sz="1800" b="0">
                <a:solidFill>
                  <a:srgbClr val="14634B"/>
                </a:solidFill>
              </a:defRPr>
            </a:lvl8pPr>
            <a:lvl9pPr algn="l"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0940dfc6841e4013"/>
              </a:rPr>
              <a:t>106084164　汪文彥 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7BF24-0D7E-4CB7-BB0E-18BC76D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721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defRPr sz="1500" b="0">
                <a:solidFill>
                  <a:srgbClr val="536760"/>
                </a:solidFill>
              </a:defRPr>
            </a:lvl1pPr>
            <a:lvl2pPr algn="l">
              <a:defRPr sz="1500" b="0">
                <a:solidFill>
                  <a:srgbClr val="536760"/>
                </a:solidFill>
              </a:defRPr>
            </a:lvl2pPr>
            <a:lvl3pPr algn="l">
              <a:defRPr sz="1500" b="0">
                <a:solidFill>
                  <a:srgbClr val="536760"/>
                </a:solidFill>
              </a:defRPr>
            </a:lvl3pPr>
            <a:lvl4pPr algn="l">
              <a:defRPr sz="1500" b="0">
                <a:solidFill>
                  <a:srgbClr val="536760"/>
                </a:solidFill>
              </a:defRPr>
            </a:lvl4pPr>
            <a:lvl5pPr algn="l">
              <a:defRPr sz="1500" b="0">
                <a:solidFill>
                  <a:srgbClr val="536760"/>
                </a:solidFill>
              </a:defRPr>
            </a:lvl5pPr>
            <a:lvl6pPr algn="l">
              <a:defRPr sz="1500" b="0">
                <a:solidFill>
                  <a:srgbClr val="536760"/>
                </a:solidFill>
              </a:defRPr>
            </a:lvl6pPr>
            <a:lvl7pPr algn="l">
              <a:defRPr sz="1500" b="0">
                <a:solidFill>
                  <a:srgbClr val="536760"/>
                </a:solidFill>
              </a:defRPr>
            </a:lvl7pPr>
            <a:lvl8pPr algn="l">
              <a:defRPr sz="1500" b="0">
                <a:solidFill>
                  <a:srgbClr val="536760"/>
                </a:solidFill>
              </a:defRPr>
            </a:lvl8pPr>
            <a:lvl9pPr algn="l"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4e5ac15c6e2b4f67"/>
              </a:rPr>
              <a:t>cashsam@gmail.com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3A68D-47E5-4B44-A31E-66FBB1F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57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defRPr sz="1650" b="0">
                <a:solidFill>
                  <a:srgbClr val="536760"/>
                </a:solidFill>
              </a:defRPr>
            </a:lvl1pPr>
            <a:lvl2pPr algn="l">
              <a:defRPr sz="1650" b="0">
                <a:solidFill>
                  <a:srgbClr val="536760"/>
                </a:solidFill>
              </a:defRPr>
            </a:lvl2pPr>
            <a:lvl3pPr algn="l">
              <a:defRPr sz="1650" b="0">
                <a:solidFill>
                  <a:srgbClr val="536760"/>
                </a:solidFill>
              </a:defRPr>
            </a:lvl3pPr>
            <a:lvl4pPr algn="l">
              <a:defRPr sz="1650" b="0">
                <a:solidFill>
                  <a:srgbClr val="536760"/>
                </a:solidFill>
              </a:defRPr>
            </a:lvl4pPr>
            <a:lvl5pPr algn="l">
              <a:defRPr sz="1650" b="0">
                <a:solidFill>
                  <a:srgbClr val="536760"/>
                </a:solidFill>
              </a:defRPr>
            </a:lvl5pPr>
            <a:lvl6pPr algn="l">
              <a:defRPr sz="1650" b="0">
                <a:solidFill>
                  <a:srgbClr val="536760"/>
                </a:solidFill>
              </a:defRPr>
            </a:lvl6pPr>
            <a:lvl7pPr algn="l">
              <a:defRPr sz="1650" b="0">
                <a:solidFill>
                  <a:srgbClr val="536760"/>
                </a:solidFill>
              </a:defRPr>
            </a:lvl7pPr>
            <a:lvl8pPr algn="l">
              <a:defRPr sz="1650" b="0">
                <a:solidFill>
                  <a:srgbClr val="536760"/>
                </a:solidFill>
              </a:defRPr>
            </a:lvl8pPr>
            <a:lvl9pPr algn="l"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689c60c7acb4dc5"/>
              </a:rPr>
              <a:t>指導講師：簡志璁 Alvin　fcaibialvin@gmail.com</a:t>
            </a:r>
          </a:p>
        </p:txBody>
      </p:sp>
      <p:sp>
        <p:nvSpPr>
          <p:cNvPr id="14" name="2026.10.18">
            <a:extLst xmlns:a="http://schemas.openxmlformats.org/drawingml/2006/main">
              <a:ext uri="{FF2B5EF4-FFF2-40B4-BE49-F238E27FC236}">
                <a16:creationId xmlns:a16="http://schemas.microsoft.com/office/drawing/2014/main" id="{39DD769D-3551-47D2-909E-98B70C98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36760"/>
                </a:solidFill>
              </a:defRPr>
            </a:defPPr>
            <a:lvl1pPr algn="l">
              <a:defRPr sz="1425" b="0">
                <a:solidFill>
                  <a:srgbClr val="536760"/>
                </a:solidFill>
              </a:defRPr>
            </a:lvl1pPr>
            <a:lvl2pPr algn="l">
              <a:defRPr sz="1425" b="0">
                <a:solidFill>
                  <a:srgbClr val="536760"/>
                </a:solidFill>
              </a:defRPr>
            </a:lvl2pPr>
            <a:lvl3pPr algn="l">
              <a:defRPr sz="1425" b="0">
                <a:solidFill>
                  <a:srgbClr val="536760"/>
                </a:solidFill>
              </a:defRPr>
            </a:lvl3pPr>
            <a:lvl4pPr algn="l">
              <a:defRPr sz="1425" b="0">
                <a:solidFill>
                  <a:srgbClr val="536760"/>
                </a:solidFill>
              </a:defRPr>
            </a:lvl4pPr>
            <a:lvl5pPr algn="l">
              <a:defRPr sz="1425" b="0">
                <a:solidFill>
                  <a:srgbClr val="536760"/>
                </a:solidFill>
              </a:defRPr>
            </a:lvl5pPr>
            <a:lvl6pPr algn="l">
              <a:defRPr sz="1425" b="0">
                <a:solidFill>
                  <a:srgbClr val="536760"/>
                </a:solidFill>
              </a:defRPr>
            </a:lvl6pPr>
            <a:lvl7pPr algn="l">
              <a:defRPr sz="1425" b="0">
                <a:solidFill>
                  <a:srgbClr val="536760"/>
                </a:solidFill>
              </a:defRPr>
            </a:lvl7pPr>
            <a:lvl8pPr algn="l">
              <a:defRPr sz="1425" b="0">
                <a:solidFill>
                  <a:srgbClr val="536760"/>
                </a:solidFill>
              </a:defRPr>
            </a:lvl8pPr>
            <a:lvl9pPr algn="l">
              <a:defRPr sz="142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760"/>
                </a:solidFill>
              </a:defRPr>
            </a:pPr>
            <a:r>
              <a:rPr sz="1425" b="0">
                <a:solidFill>
                  <a:srgbClr val="536760"/>
                </a:solidFill>
              </a:rPr>
              <a:t>2026.10.18</a:t>
            </a:r>
          </a:p>
        </p:txBody>
      </p:sp>
    </p:spTree>
    <p:extLst>
      <p:ext uri="{BB962C8B-B14F-4D97-AF65-F5344CB8AC3E}">
        <p14:creationId xmlns:p14="http://schemas.microsoft.com/office/powerpoint/2010/main" val="150733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超市網購的使用情境">
            <a:extLst xmlns:a="http://schemas.openxmlformats.org/drawingml/2006/main">
              <a:ext uri="{FF2B5EF4-FFF2-40B4-BE49-F238E27FC236}">
                <a16:creationId xmlns:a16="http://schemas.microsoft.com/office/drawing/2014/main" id="{187D88AF-F8C9-4197-A02C-71921CB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超市網購的使用情境</a:t>
            </a:r>
          </a:p>
        </p:txBody>
      </p:sp>
      <p:sp>
        <p:nvSpPr>
          <p:cNvPr id="2" name="同一份商品與訂單資料，服務消費者與營運人員">
            <a:extLst xmlns:a="http://schemas.openxmlformats.org/drawingml/2006/main">
              <a:ext uri="{FF2B5EF4-FFF2-40B4-BE49-F238E27FC236}">
                <a16:creationId xmlns:a16="http://schemas.microsoft.com/office/drawing/2014/main" id="{6014B28D-EC31-4209-92F9-3E1E6780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同一份商品與訂單資料，服務消費者與營運人員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B224B85D-BE2A-4555-B554-6DF451D4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85483E3-9329-4038-8BA7-AE9AA313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02</a:t>
            </a:r>
          </a:p>
        </p:txBody>
      </p:sp>
      <p:sp>
        <p:nvSpPr>
          <p:cNvPr id="5" name="消費者">
            <a:extLst xmlns:a="http://schemas.openxmlformats.org/drawingml/2006/main">
              <a:ext uri="{FF2B5EF4-FFF2-40B4-BE49-F238E27FC236}">
                <a16:creationId xmlns:a16="http://schemas.microsoft.com/office/drawing/2014/main" id="{C7C3C2E4-BC64-46EA-8B84-B5B4D81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defRPr sz="2550" b="1">
                <a:solidFill>
                  <a:srgbClr val="14634B"/>
                </a:solidFill>
              </a:defRPr>
            </a:lvl1pPr>
            <a:lvl2pPr algn="l">
              <a:defRPr sz="2550" b="1">
                <a:solidFill>
                  <a:srgbClr val="14634B"/>
                </a:solidFill>
              </a:defRPr>
            </a:lvl2pPr>
            <a:lvl3pPr algn="l">
              <a:defRPr sz="2550" b="1">
                <a:solidFill>
                  <a:srgbClr val="14634B"/>
                </a:solidFill>
              </a:defRPr>
            </a:lvl3pPr>
            <a:lvl4pPr algn="l">
              <a:defRPr sz="2550" b="1">
                <a:solidFill>
                  <a:srgbClr val="14634B"/>
                </a:solidFill>
              </a:defRPr>
            </a:lvl4pPr>
            <a:lvl5pPr algn="l">
              <a:defRPr sz="2550" b="1">
                <a:solidFill>
                  <a:srgbClr val="14634B"/>
                </a:solidFill>
              </a:defRPr>
            </a:lvl5pPr>
            <a:lvl6pPr algn="l">
              <a:defRPr sz="2550" b="1">
                <a:solidFill>
                  <a:srgbClr val="14634B"/>
                </a:solidFill>
              </a:defRPr>
            </a:lvl6pPr>
            <a:lvl7pPr algn="l">
              <a:defRPr sz="2550" b="1">
                <a:solidFill>
                  <a:srgbClr val="14634B"/>
                </a:solidFill>
              </a:defRPr>
            </a:lvl7pPr>
            <a:lvl8pPr algn="l">
              <a:defRPr sz="2550" b="1">
                <a:solidFill>
                  <a:srgbClr val="14634B"/>
                </a:solidFill>
              </a:defRPr>
            </a:lvl8pPr>
            <a:lvl9pPr algn="l"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消費者</a:t>
            </a:r>
          </a:p>
        </p:txBody>
      </p:sp>
      <p:sp>
        <p:nvSpPr>
          <p:cNvPr id="6" name="分類與關鍵字搜尋&#10;確認商品規格、價格及庫存&#10;登入後管">
            <a:extLst xmlns:a="http://schemas.openxmlformats.org/drawingml/2006/main">
              <a:ext uri="{FF2B5EF4-FFF2-40B4-BE49-F238E27FC236}">
                <a16:creationId xmlns:a16="http://schemas.microsoft.com/office/drawing/2014/main" id="{887EB414-D4DB-43F8-906E-EBC57713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4143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分類與關鍵字搜尋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確認商品規格、價格及庫存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登入後管理購物車與示範訂單</a:t>
            </a:r>
          </a:p>
        </p:txBody>
      </p:sp>
      <p:sp>
        <p:nvSpPr>
          <p:cNvPr id="7" name="營運人員">
            <a:extLst xmlns:a="http://schemas.openxmlformats.org/drawingml/2006/main">
              <a:ext uri="{FF2B5EF4-FFF2-40B4-BE49-F238E27FC236}">
                <a16:creationId xmlns:a16="http://schemas.microsoft.com/office/drawing/2014/main" id="{AA2DD48F-409B-426F-88D9-9A6D70E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defRPr sz="2550" b="1">
                <a:solidFill>
                  <a:srgbClr val="14634B"/>
                </a:solidFill>
              </a:defRPr>
            </a:lvl1pPr>
            <a:lvl2pPr algn="l">
              <a:defRPr sz="2550" b="1">
                <a:solidFill>
                  <a:srgbClr val="14634B"/>
                </a:solidFill>
              </a:defRPr>
            </a:lvl2pPr>
            <a:lvl3pPr algn="l">
              <a:defRPr sz="2550" b="1">
                <a:solidFill>
                  <a:srgbClr val="14634B"/>
                </a:solidFill>
              </a:defRPr>
            </a:lvl3pPr>
            <a:lvl4pPr algn="l">
              <a:defRPr sz="2550" b="1">
                <a:solidFill>
                  <a:srgbClr val="14634B"/>
                </a:solidFill>
              </a:defRPr>
            </a:lvl4pPr>
            <a:lvl5pPr algn="l">
              <a:defRPr sz="2550" b="1">
                <a:solidFill>
                  <a:srgbClr val="14634B"/>
                </a:solidFill>
              </a:defRPr>
            </a:lvl5pPr>
            <a:lvl6pPr algn="l">
              <a:defRPr sz="2550" b="1">
                <a:solidFill>
                  <a:srgbClr val="14634B"/>
                </a:solidFill>
              </a:defRPr>
            </a:lvl6pPr>
            <a:lvl7pPr algn="l">
              <a:defRPr sz="2550" b="1">
                <a:solidFill>
                  <a:srgbClr val="14634B"/>
                </a:solidFill>
              </a:defRPr>
            </a:lvl7pPr>
            <a:lvl8pPr algn="l">
              <a:defRPr sz="2550" b="1">
                <a:solidFill>
                  <a:srgbClr val="14634B"/>
                </a:solidFill>
              </a:defRPr>
            </a:lvl8pPr>
            <a:lvl9pPr algn="l"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營運人員</a:t>
            </a:r>
          </a:p>
        </p:txBody>
      </p:sp>
      <p:sp>
        <p:nvSpPr>
          <p:cNvPr id="8" name="核對期間營收與熱銷&#10;查看低庫存與推薦理由">
            <a:extLst xmlns:a="http://schemas.openxmlformats.org/drawingml/2006/main">
              <a:ext uri="{FF2B5EF4-FFF2-40B4-BE49-F238E27FC236}">
                <a16:creationId xmlns:a16="http://schemas.microsoft.com/office/drawing/2014/main" id="{2DC1EE10-A6E2-4955-B1ED-3E19B89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4143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核對期間營收與熱銷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查看低庫存與推薦理由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9A60-E68E-410B-BA16-07163D94A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f3367be374574"/>
          <a:stretch xmlns:a="http://schemas.openxmlformats.org/drawingml/2006/main"/>
        </p:blipFill>
        <p:spPr>
          <a:xfrm xmlns:a="http://schemas.openxmlformats.org/drawingml/2006/main">
            <a:off x="5324633" y="1895475"/>
            <a:ext cx="6067109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商品介面實拍：10/18 零流量預覽">
            <a:extLst xmlns:a="http://schemas.openxmlformats.org/drawingml/2006/main">
              <a:ext uri="{FF2B5EF4-FFF2-40B4-BE49-F238E27FC236}">
                <a16:creationId xmlns:a16="http://schemas.microsoft.com/office/drawing/2014/main" id="{CB4141E1-86A6-4D30-9542-A58228F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626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defRPr sz="1350" b="0">
                <a:solidFill>
                  <a:srgbClr val="536760"/>
                </a:solidFill>
              </a:defRPr>
            </a:lvl1pPr>
            <a:lvl2pPr algn="l">
              <a:defRPr sz="1350" b="0">
                <a:solidFill>
                  <a:srgbClr val="536760"/>
                </a:solidFill>
              </a:defRPr>
            </a:lvl2pPr>
            <a:lvl3pPr algn="l">
              <a:defRPr sz="1350" b="0">
                <a:solidFill>
                  <a:srgbClr val="536760"/>
                </a:solidFill>
              </a:defRPr>
            </a:lvl3pPr>
            <a:lvl4pPr algn="l">
              <a:defRPr sz="1350" b="0">
                <a:solidFill>
                  <a:srgbClr val="536760"/>
                </a:solidFill>
              </a:defRPr>
            </a:lvl4pPr>
            <a:lvl5pPr algn="l">
              <a:defRPr sz="1350" b="0">
                <a:solidFill>
                  <a:srgbClr val="536760"/>
                </a:solidFill>
              </a:defRPr>
            </a:lvl5pPr>
            <a:lvl6pPr algn="l">
              <a:defRPr sz="1350" b="0">
                <a:solidFill>
                  <a:srgbClr val="536760"/>
                </a:solidFill>
              </a:defRPr>
            </a:lvl6pPr>
            <a:lvl7pPr algn="l">
              <a:defRPr sz="1350" b="0">
                <a:solidFill>
                  <a:srgbClr val="536760"/>
                </a:solidFill>
              </a:defRPr>
            </a:lvl7pPr>
            <a:lvl8pPr algn="l">
              <a:defRPr sz="1350" b="0">
                <a:solidFill>
                  <a:srgbClr val="536760"/>
                </a:solidFill>
              </a:defRPr>
            </a:lvl8pPr>
            <a:lvl9pPr algn="l"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商品介面實拍：10/18 零流量預覽</a:t>
            </a:r>
          </a:p>
        </p:txBody>
      </p:sp>
    </p:spTree>
    <p:extLst>
      <p:ext uri="{BB962C8B-B14F-4D97-AF65-F5344CB8AC3E}">
        <p14:creationId xmlns:p14="http://schemas.microsoft.com/office/powerpoint/2010/main" val="160694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75FD7-F675-4FDF-B973-4D084345FD0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334250" y="4448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5963-EA4B-4BF3-B6A1-E98039B3036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572500" y="3362325"/>
            <a:ext cx="638175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AC28B-7354-414A-9B74-3430CB94D2B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72500" y="3176588"/>
            <a:ext cx="638175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64397-BA3A-425B-9712-F546E4E6023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3362325"/>
            <a:ext cx="57150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789FE-CFEB-47ED-A1E7-78BFDBE8A84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524500" y="3176588"/>
            <a:ext cx="5715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E2114-5236-4007-986F-A455910266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524500" y="2224088"/>
            <a:ext cx="571500" cy="1138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0BAB-F7A7-47F6-BA9E-F12A5CD005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362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20" name="系統架構與資料流">
            <a:extLst xmlns:a="http://schemas.openxmlformats.org/drawingml/2006/main">
              <a:ext uri="{FF2B5EF4-FFF2-40B4-BE49-F238E27FC236}">
                <a16:creationId xmlns:a16="http://schemas.microsoft.com/office/drawing/2014/main" id="{E213F53B-0463-4206-B26D-2BBD4576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defRPr sz="3300" b="1">
                <a:solidFill>
                  <a:srgbClr val="FFFFFF"/>
                </a:solidFill>
              </a:defRPr>
            </a:lvl1pPr>
            <a:lvl2pPr algn="l">
              <a:defRPr sz="3300" b="1">
                <a:solidFill>
                  <a:srgbClr val="FFFFFF"/>
                </a:solidFill>
              </a:defRPr>
            </a:lvl2pPr>
            <a:lvl3pPr algn="l">
              <a:defRPr sz="3300" b="1">
                <a:solidFill>
                  <a:srgbClr val="FFFFFF"/>
                </a:solidFill>
              </a:defRPr>
            </a:lvl3pPr>
            <a:lvl4pPr algn="l">
              <a:defRPr sz="3300" b="1">
                <a:solidFill>
                  <a:srgbClr val="FFFFFF"/>
                </a:solidFill>
              </a:defRPr>
            </a:lvl4pPr>
            <a:lvl5pPr algn="l">
              <a:defRPr sz="3300" b="1">
                <a:solidFill>
                  <a:srgbClr val="FFFFFF"/>
                </a:solidFill>
              </a:defRPr>
            </a:lvl5pPr>
            <a:lvl6pPr algn="l">
              <a:defRPr sz="3300" b="1">
                <a:solidFill>
                  <a:srgbClr val="FFFFFF"/>
                </a:solidFill>
              </a:defRPr>
            </a:lvl6pPr>
            <a:lvl7pPr algn="l">
              <a:defRPr sz="3300" b="1">
                <a:solidFill>
                  <a:srgbClr val="FFFFFF"/>
                </a:solidFill>
              </a:defRPr>
            </a:lvl7pPr>
            <a:lvl8pPr algn="l">
              <a:defRPr sz="3300" b="1">
                <a:solidFill>
                  <a:srgbClr val="FFFFFF"/>
                </a:solidFill>
              </a:defRPr>
            </a:lvl8pPr>
            <a:lvl9pPr algn="l"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系統架構與資料流</a:t>
            </a:r>
          </a:p>
        </p:txBody>
      </p:sp>
      <p:sp>
        <p:nvSpPr>
          <p:cNvPr id="2" name="前後台共用 SKU 與資料服務，AI 依配置執行">
            <a:extLst xmlns:a="http://schemas.openxmlformats.org/drawingml/2006/main">
              <a:ext uri="{FF2B5EF4-FFF2-40B4-BE49-F238E27FC236}">
                <a16:creationId xmlns:a16="http://schemas.microsoft.com/office/drawing/2014/main" id="{FBCB8057-A923-441F-96D3-A8A4CB1F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defRPr sz="1800" b="0">
                <a:solidFill>
                  <a:srgbClr val="B8DCD4"/>
                </a:solidFill>
              </a:defRPr>
            </a:lvl1pPr>
            <a:lvl2pPr algn="l">
              <a:defRPr sz="1800" b="0">
                <a:solidFill>
                  <a:srgbClr val="B8DCD4"/>
                </a:solidFill>
              </a:defRPr>
            </a:lvl2pPr>
            <a:lvl3pPr algn="l">
              <a:defRPr sz="1800" b="0">
                <a:solidFill>
                  <a:srgbClr val="B8DCD4"/>
                </a:solidFill>
              </a:defRPr>
            </a:lvl3pPr>
            <a:lvl4pPr algn="l">
              <a:defRPr sz="1800" b="0">
                <a:solidFill>
                  <a:srgbClr val="B8DCD4"/>
                </a:solidFill>
              </a:defRPr>
            </a:lvl4pPr>
            <a:lvl5pPr algn="l">
              <a:defRPr sz="1800" b="0">
                <a:solidFill>
                  <a:srgbClr val="B8DCD4"/>
                </a:solidFill>
              </a:defRPr>
            </a:lvl5pPr>
            <a:lvl6pPr algn="l">
              <a:defRPr sz="1800" b="0">
                <a:solidFill>
                  <a:srgbClr val="B8DCD4"/>
                </a:solidFill>
              </a:defRPr>
            </a:lvl6pPr>
            <a:lvl7pPr algn="l">
              <a:defRPr sz="1800" b="0">
                <a:solidFill>
                  <a:srgbClr val="B8DCD4"/>
                </a:solidFill>
              </a:defRPr>
            </a:lvl7pPr>
            <a:lvl8pPr algn="l">
              <a:defRPr sz="1800" b="0">
                <a:solidFill>
                  <a:srgbClr val="B8DCD4"/>
                </a:solidFill>
              </a:defRPr>
            </a:lvl8pPr>
            <a:lvl9pPr algn="l"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前後台共用 SKU 與資料服務，AI 依配置執行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82669343-4AFE-463F-BEDE-30541B3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defRPr sz="1200" b="0">
                <a:solidFill>
                  <a:srgbClr val="BCD9D0"/>
                </a:solidFill>
              </a:defRPr>
            </a:lvl1pPr>
            <a:lvl2pPr algn="l">
              <a:defRPr sz="1200" b="0">
                <a:solidFill>
                  <a:srgbClr val="BCD9D0"/>
                </a:solidFill>
              </a:defRPr>
            </a:lvl2pPr>
            <a:lvl3pPr algn="l">
              <a:defRPr sz="1200" b="0">
                <a:solidFill>
                  <a:srgbClr val="BCD9D0"/>
                </a:solidFill>
              </a:defRPr>
            </a:lvl3pPr>
            <a:lvl4pPr algn="l">
              <a:defRPr sz="1200" b="0">
                <a:solidFill>
                  <a:srgbClr val="BCD9D0"/>
                </a:solidFill>
              </a:defRPr>
            </a:lvl4pPr>
            <a:lvl5pPr algn="l">
              <a:defRPr sz="1200" b="0">
                <a:solidFill>
                  <a:srgbClr val="BCD9D0"/>
                </a:solidFill>
              </a:defRPr>
            </a:lvl5pPr>
            <a:lvl6pPr algn="l">
              <a:defRPr sz="1200" b="0">
                <a:solidFill>
                  <a:srgbClr val="BCD9D0"/>
                </a:solidFill>
              </a:defRPr>
            </a:lvl6pPr>
            <a:lvl7pPr algn="l">
              <a:defRPr sz="1200" b="0">
                <a:solidFill>
                  <a:srgbClr val="BCD9D0"/>
                </a:solidFill>
              </a:defRPr>
            </a:lvl7pPr>
            <a:lvl8pPr algn="l">
              <a:defRPr sz="1200" b="0">
                <a:solidFill>
                  <a:srgbClr val="BCD9D0"/>
                </a:solidFill>
              </a:defRPr>
            </a:lvl8pPr>
            <a:lvl9pPr algn="l"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2A04E55E-5333-495D-AD0C-1CF4E7CD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defRPr sz="1350" b="1">
                <a:solidFill>
                  <a:srgbClr val="38C5CD"/>
                </a:solidFill>
              </a:defRPr>
            </a:lvl1pPr>
            <a:lvl2pPr algn="l">
              <a:defRPr sz="1350" b="1">
                <a:solidFill>
                  <a:srgbClr val="38C5CD"/>
                </a:solidFill>
              </a:defRPr>
            </a:lvl2pPr>
            <a:lvl3pPr algn="l">
              <a:defRPr sz="1350" b="1">
                <a:solidFill>
                  <a:srgbClr val="38C5CD"/>
                </a:solidFill>
              </a:defRPr>
            </a:lvl3pPr>
            <a:lvl4pPr algn="l">
              <a:defRPr sz="1350" b="1">
                <a:solidFill>
                  <a:srgbClr val="38C5CD"/>
                </a:solidFill>
              </a:defRPr>
            </a:lvl4pPr>
            <a:lvl5pPr algn="l">
              <a:defRPr sz="1350" b="1">
                <a:solidFill>
                  <a:srgbClr val="38C5CD"/>
                </a:solidFill>
              </a:defRPr>
            </a:lvl5pPr>
            <a:lvl6pPr algn="l">
              <a:defRPr sz="1350" b="1">
                <a:solidFill>
                  <a:srgbClr val="38C5CD"/>
                </a:solidFill>
              </a:defRPr>
            </a:lvl6pPr>
            <a:lvl7pPr algn="l">
              <a:defRPr sz="1350" b="1">
                <a:solidFill>
                  <a:srgbClr val="38C5CD"/>
                </a:solidFill>
              </a:defRPr>
            </a:lvl7pPr>
            <a:lvl8pPr algn="l">
              <a:defRPr sz="1350" b="1">
                <a:solidFill>
                  <a:srgbClr val="38C5CD"/>
                </a:solidFill>
              </a:defRPr>
            </a:lvl8pPr>
            <a:lvl9pPr algn="l"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03</a:t>
            </a:r>
          </a:p>
        </p:txBody>
      </p:sp>
      <p:sp>
        <p:nvSpPr>
          <p:cNvPr id="5" name="瀏覽器&#10;VibeCart / VibeInsight">
            <a:extLst xmlns:a="http://schemas.openxmlformats.org/drawingml/2006/main">
              <a:ext uri="{FF2B5EF4-FFF2-40B4-BE49-F238E27FC236}">
                <a16:creationId xmlns:a16="http://schemas.microsoft.com/office/drawing/2014/main" id="{42393BC1-4A6E-4E74-884D-5413BD6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瀏覽器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VibeCart / VibeInsight</a:t>
            </a:r>
          </a:p>
        </p:txBody>
      </p:sp>
      <p:sp>
        <p:nvSpPr>
          <p:cNvPr id="6" name="Flask / Jinja2&#10;路由與畫面">
            <a:extLst xmlns:a="http://schemas.openxmlformats.org/drawingml/2006/main">
              <a:ext uri="{FF2B5EF4-FFF2-40B4-BE49-F238E27FC236}">
                <a16:creationId xmlns:a16="http://schemas.microsoft.com/office/drawing/2014/main" id="{C6BBE4CD-8F2C-48C9-A256-0F29823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Flask / Jinja2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路由與畫面</a:t>
            </a:r>
          </a:p>
        </p:txBody>
      </p:sp>
      <p:sp>
        <p:nvSpPr>
          <p:cNvPr id="7" name="會員與角色 / CSRF">
            <a:extLst xmlns:a="http://schemas.openxmlformats.org/drawingml/2006/main">
              <a:ext uri="{FF2B5EF4-FFF2-40B4-BE49-F238E27FC236}">
                <a16:creationId xmlns:a16="http://schemas.microsoft.com/office/drawing/2014/main" id="{596E9EE5-B74A-4C38-9F5F-92C7AD2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會員與角色 / CSRF</a:t>
            </a:r>
          </a:p>
        </p:txBody>
      </p:sp>
      <p:sp>
        <p:nvSpPr>
          <p:cNvPr id="8" name="SKU / 購物車 / 訂單">
            <a:extLst xmlns:a="http://schemas.openxmlformats.org/drawingml/2006/main">
              <a:ext uri="{FF2B5EF4-FFF2-40B4-BE49-F238E27FC236}">
                <a16:creationId xmlns:a16="http://schemas.microsoft.com/office/drawing/2014/main" id="{CAC17FFC-C612-4DE4-A0E2-1E233C5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SKU / 購物車 / 訂單</a:t>
            </a:r>
          </a:p>
        </p:txBody>
      </p:sp>
      <p:sp>
        <p:nvSpPr>
          <p:cNvPr id="9" name="營運統計 / 推薦服務">
            <a:extLst xmlns:a="http://schemas.openxmlformats.org/drawingml/2006/main">
              <a:ext uri="{FF2B5EF4-FFF2-40B4-BE49-F238E27FC236}">
                <a16:creationId xmlns:a16="http://schemas.microsoft.com/office/drawing/2014/main" id="{E59CED0C-BEAD-4390-8D1A-9DB35E1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營運統計 / 推薦服務</a:t>
            </a:r>
          </a:p>
        </p:txBody>
      </p:sp>
      <p:sp>
        <p:nvSpPr>
          <p:cNvPr id="10" name="LangGraph&#10;BGE / Claude / 規則">
            <a:extLst xmlns:a="http://schemas.openxmlformats.org/drawingml/2006/main">
              <a:ext uri="{FF2B5EF4-FFF2-40B4-BE49-F238E27FC236}">
                <a16:creationId xmlns:a16="http://schemas.microsoft.com/office/drawing/2014/main" id="{D480613E-DBAE-4118-A426-1F5DB9A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476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LangGraph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/ Claude / 規則</a:t>
            </a:r>
          </a:p>
        </p:txBody>
      </p:sp>
      <p:sp>
        <p:nvSpPr>
          <p:cNvPr id="11" name="MongoDB Atlas&#10;Complete Schema v4">
            <a:extLst xmlns:a="http://schemas.openxmlformats.org/drawingml/2006/main">
              <a:ext uri="{FF2B5EF4-FFF2-40B4-BE49-F238E27FC236}">
                <a16:creationId xmlns:a16="http://schemas.microsoft.com/office/drawing/2014/main" id="{D8AD2926-D85F-471F-85DF-BB1F9FC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MongoDB Atlas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Complete Schema v4</a:t>
            </a:r>
          </a:p>
        </p:txBody>
      </p:sp>
      <p:sp>
        <p:nvSpPr>
          <p:cNvPr id="19" name="部署：Firebase Hosting　／　Clou">
            <a:extLst xmlns:a="http://schemas.openxmlformats.org/drawingml/2006/main">
              <a:ext uri="{FF2B5EF4-FFF2-40B4-BE49-F238E27FC236}">
                <a16:creationId xmlns:a16="http://schemas.microsoft.com/office/drawing/2014/main" id="{4366ABF5-905F-4E4F-A0F3-9317595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B8DCD4"/>
                </a:solidFill>
              </a:defRPr>
            </a:defPPr>
            <a:lvl1pPr algn="l">
              <a:defRPr sz="1725" b="0">
                <a:solidFill>
                  <a:srgbClr val="B8DCD4"/>
                </a:solidFill>
              </a:defRPr>
            </a:lvl1pPr>
            <a:lvl2pPr algn="l">
              <a:defRPr sz="1725" b="0">
                <a:solidFill>
                  <a:srgbClr val="B8DCD4"/>
                </a:solidFill>
              </a:defRPr>
            </a:lvl2pPr>
            <a:lvl3pPr algn="l">
              <a:defRPr sz="1725" b="0">
                <a:solidFill>
                  <a:srgbClr val="B8DCD4"/>
                </a:solidFill>
              </a:defRPr>
            </a:lvl3pPr>
            <a:lvl4pPr algn="l">
              <a:defRPr sz="1725" b="0">
                <a:solidFill>
                  <a:srgbClr val="B8DCD4"/>
                </a:solidFill>
              </a:defRPr>
            </a:lvl4pPr>
            <a:lvl5pPr algn="l">
              <a:defRPr sz="1725" b="0">
                <a:solidFill>
                  <a:srgbClr val="B8DCD4"/>
                </a:solidFill>
              </a:defRPr>
            </a:lvl5pPr>
            <a:lvl6pPr algn="l">
              <a:defRPr sz="1725" b="0">
                <a:solidFill>
                  <a:srgbClr val="B8DCD4"/>
                </a:solidFill>
              </a:defRPr>
            </a:lvl6pPr>
            <a:lvl7pPr algn="l">
              <a:defRPr sz="1725" b="0">
                <a:solidFill>
                  <a:srgbClr val="B8DCD4"/>
                </a:solidFill>
              </a:defRPr>
            </a:lvl7pPr>
            <a:lvl8pPr algn="l">
              <a:defRPr sz="1725" b="0">
                <a:solidFill>
                  <a:srgbClr val="B8DCD4"/>
                </a:solidFill>
              </a:defRPr>
            </a:lvl8pPr>
            <a:lvl9pPr algn="l">
              <a:defRPr sz="1725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8DCD4"/>
                </a:solidFill>
              </a:defRPr>
            </a:pPr>
            <a:r>
              <a:rPr sz="1725" b="0">
                <a:solidFill>
                  <a:srgbClr val="B8DCD4"/>
                </a:solidFill>
              </a:rPr>
              <a:t>部署：Firebase Hosting　／　Cloud Run + Gunicorn　／　Secret Manager</a:t>
            </a:r>
          </a:p>
        </p:txBody>
      </p:sp>
    </p:spTree>
    <p:extLst>
      <p:ext uri="{BB962C8B-B14F-4D97-AF65-F5344CB8AC3E}">
        <p14:creationId xmlns:p14="http://schemas.microsoft.com/office/powerpoint/2010/main" val="426671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模型與測試資料">
            <a:extLst xmlns:a="http://schemas.openxmlformats.org/drawingml/2006/main">
              <a:ext uri="{FF2B5EF4-FFF2-40B4-BE49-F238E27FC236}">
                <a16:creationId xmlns:a16="http://schemas.microsoft.com/office/drawing/2014/main" id="{FE056400-7410-439F-92FD-C718F0F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資料模型與測試資料</a:t>
            </a:r>
          </a:p>
        </p:txBody>
      </p:sp>
      <p:sp>
        <p:nvSpPr>
          <p:cNvPr id="2" name="商品與 SKU 分離，訂單保留明細與示範標記">
            <a:extLst xmlns:a="http://schemas.openxmlformats.org/drawingml/2006/main">
              <a:ext uri="{FF2B5EF4-FFF2-40B4-BE49-F238E27FC236}">
                <a16:creationId xmlns:a16="http://schemas.microsoft.com/office/drawing/2014/main" id="{DF08BDE9-6EC5-48AD-9D39-35D0780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商品與 SKU 分離，訂單保留明細與示範標記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15EF8CF-B334-4A8C-8DD3-74F6113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7988957-AC9E-40D0-99E9-6A6ED0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04</a:t>
            </a:r>
          </a:p>
        </p:txBody>
      </p:sp>
      <p:sp>
        <p:nvSpPr>
          <p:cNvPr id="5" name="336">
            <a:extLst xmlns:a="http://schemas.openxmlformats.org/drawingml/2006/main">
              <a:ext uri="{FF2B5EF4-FFF2-40B4-BE49-F238E27FC236}">
                <a16:creationId xmlns:a16="http://schemas.microsoft.com/office/drawing/2014/main" id="{032F0FBD-B61F-4931-BD4D-729709A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defRPr sz="4650" b="1">
                <a:solidFill>
                  <a:srgbClr val="14634B"/>
                </a:solidFill>
              </a:defRPr>
            </a:lvl1pPr>
            <a:lvl2pPr algn="l">
              <a:defRPr sz="4650" b="1">
                <a:solidFill>
                  <a:srgbClr val="14634B"/>
                </a:solidFill>
              </a:defRPr>
            </a:lvl2pPr>
            <a:lvl3pPr algn="l">
              <a:defRPr sz="4650" b="1">
                <a:solidFill>
                  <a:srgbClr val="14634B"/>
                </a:solidFill>
              </a:defRPr>
            </a:lvl3pPr>
            <a:lvl4pPr algn="l">
              <a:defRPr sz="4650" b="1">
                <a:solidFill>
                  <a:srgbClr val="14634B"/>
                </a:solidFill>
              </a:defRPr>
            </a:lvl4pPr>
            <a:lvl5pPr algn="l">
              <a:defRPr sz="4650" b="1">
                <a:solidFill>
                  <a:srgbClr val="14634B"/>
                </a:solidFill>
              </a:defRPr>
            </a:lvl5pPr>
            <a:lvl6pPr algn="l">
              <a:defRPr sz="4650" b="1">
                <a:solidFill>
                  <a:srgbClr val="14634B"/>
                </a:solidFill>
              </a:defRPr>
            </a:lvl6pPr>
            <a:lvl7pPr algn="l">
              <a:defRPr sz="4650" b="1">
                <a:solidFill>
                  <a:srgbClr val="14634B"/>
                </a:solidFill>
              </a:defRPr>
            </a:lvl7pPr>
            <a:lvl8pPr algn="l">
              <a:defRPr sz="4650" b="1">
                <a:solidFill>
                  <a:srgbClr val="14634B"/>
                </a:solidFill>
              </a:defRPr>
            </a:lvl8pPr>
            <a:lvl9pPr algn="l"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336</a:t>
            </a:r>
          </a:p>
        </p:txBody>
      </p:sp>
      <p:sp>
        <p:nvSpPr>
          <p:cNvPr id="6" name="有效商品與 SKU">
            <a:extLst xmlns:a="http://schemas.openxmlformats.org/drawingml/2006/main">
              <a:ext uri="{FF2B5EF4-FFF2-40B4-BE49-F238E27FC236}">
                <a16:creationId xmlns:a16="http://schemas.microsoft.com/office/drawing/2014/main" id="{CFE8AB39-327A-4190-83FB-17A7C30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defRPr sz="1875" b="0">
                <a:solidFill>
                  <a:srgbClr val="536760"/>
                </a:solidFill>
              </a:defRPr>
            </a:lvl1pPr>
            <a:lvl2pPr algn="l">
              <a:defRPr sz="1875" b="0">
                <a:solidFill>
                  <a:srgbClr val="536760"/>
                </a:solidFill>
              </a:defRPr>
            </a:lvl2pPr>
            <a:lvl3pPr algn="l">
              <a:defRPr sz="1875" b="0">
                <a:solidFill>
                  <a:srgbClr val="536760"/>
                </a:solidFill>
              </a:defRPr>
            </a:lvl3pPr>
            <a:lvl4pPr algn="l">
              <a:defRPr sz="1875" b="0">
                <a:solidFill>
                  <a:srgbClr val="536760"/>
                </a:solidFill>
              </a:defRPr>
            </a:lvl4pPr>
            <a:lvl5pPr algn="l">
              <a:defRPr sz="1875" b="0">
                <a:solidFill>
                  <a:srgbClr val="536760"/>
                </a:solidFill>
              </a:defRPr>
            </a:lvl5pPr>
            <a:lvl6pPr algn="l">
              <a:defRPr sz="1875" b="0">
                <a:solidFill>
                  <a:srgbClr val="536760"/>
                </a:solidFill>
              </a:defRPr>
            </a:lvl6pPr>
            <a:lvl7pPr algn="l">
              <a:defRPr sz="1875" b="0">
                <a:solidFill>
                  <a:srgbClr val="536760"/>
                </a:solidFill>
              </a:defRPr>
            </a:lvl7pPr>
            <a:lvl8pPr algn="l">
              <a:defRPr sz="1875" b="0">
                <a:solidFill>
                  <a:srgbClr val="536760"/>
                </a:solidFill>
              </a:defRPr>
            </a:lvl8pPr>
            <a:lvl9pPr algn="l"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有效商品與 SKU</a:t>
            </a:r>
          </a:p>
        </p:txBody>
      </p:sp>
      <p:sp>
        <p:nvSpPr>
          <p:cNvPr id="7" name="3,000">
            <a:extLst xmlns:a="http://schemas.openxmlformats.org/drawingml/2006/main">
              <a:ext uri="{FF2B5EF4-FFF2-40B4-BE49-F238E27FC236}">
                <a16:creationId xmlns:a16="http://schemas.microsoft.com/office/drawing/2014/main" id="{B13C53A4-003B-48C0-8A0D-998EBC9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defRPr sz="4650" b="1">
                <a:solidFill>
                  <a:srgbClr val="14634B"/>
                </a:solidFill>
              </a:defRPr>
            </a:lvl1pPr>
            <a:lvl2pPr algn="l">
              <a:defRPr sz="4650" b="1">
                <a:solidFill>
                  <a:srgbClr val="14634B"/>
                </a:solidFill>
              </a:defRPr>
            </a:lvl2pPr>
            <a:lvl3pPr algn="l">
              <a:defRPr sz="4650" b="1">
                <a:solidFill>
                  <a:srgbClr val="14634B"/>
                </a:solidFill>
              </a:defRPr>
            </a:lvl3pPr>
            <a:lvl4pPr algn="l">
              <a:defRPr sz="4650" b="1">
                <a:solidFill>
                  <a:srgbClr val="14634B"/>
                </a:solidFill>
              </a:defRPr>
            </a:lvl4pPr>
            <a:lvl5pPr algn="l">
              <a:defRPr sz="4650" b="1">
                <a:solidFill>
                  <a:srgbClr val="14634B"/>
                </a:solidFill>
              </a:defRPr>
            </a:lvl5pPr>
            <a:lvl6pPr algn="l">
              <a:defRPr sz="4650" b="1">
                <a:solidFill>
                  <a:srgbClr val="14634B"/>
                </a:solidFill>
              </a:defRPr>
            </a:lvl6pPr>
            <a:lvl7pPr algn="l">
              <a:defRPr sz="4650" b="1">
                <a:solidFill>
                  <a:srgbClr val="14634B"/>
                </a:solidFill>
              </a:defRPr>
            </a:lvl7pPr>
            <a:lvl8pPr algn="l">
              <a:defRPr sz="4650" b="1">
                <a:solidFill>
                  <a:srgbClr val="14634B"/>
                </a:solidFill>
              </a:defRPr>
            </a:lvl8pPr>
            <a:lvl9pPr algn="l"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3,000</a:t>
            </a:r>
          </a:p>
        </p:txBody>
      </p:sp>
      <p:sp>
        <p:nvSpPr>
          <p:cNvPr id="8" name="D1～D3 合成訂單">
            <a:extLst xmlns:a="http://schemas.openxmlformats.org/drawingml/2006/main">
              <a:ext uri="{FF2B5EF4-FFF2-40B4-BE49-F238E27FC236}">
                <a16:creationId xmlns:a16="http://schemas.microsoft.com/office/drawing/2014/main" id="{FAE466C5-549D-41CC-AB79-DC72054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defRPr sz="1875" b="0">
                <a:solidFill>
                  <a:srgbClr val="536760"/>
                </a:solidFill>
              </a:defRPr>
            </a:lvl1pPr>
            <a:lvl2pPr algn="l">
              <a:defRPr sz="1875" b="0">
                <a:solidFill>
                  <a:srgbClr val="536760"/>
                </a:solidFill>
              </a:defRPr>
            </a:lvl2pPr>
            <a:lvl3pPr algn="l">
              <a:defRPr sz="1875" b="0">
                <a:solidFill>
                  <a:srgbClr val="536760"/>
                </a:solidFill>
              </a:defRPr>
            </a:lvl3pPr>
            <a:lvl4pPr algn="l">
              <a:defRPr sz="1875" b="0">
                <a:solidFill>
                  <a:srgbClr val="536760"/>
                </a:solidFill>
              </a:defRPr>
            </a:lvl4pPr>
            <a:lvl5pPr algn="l">
              <a:defRPr sz="1875" b="0">
                <a:solidFill>
                  <a:srgbClr val="536760"/>
                </a:solidFill>
              </a:defRPr>
            </a:lvl5pPr>
            <a:lvl6pPr algn="l">
              <a:defRPr sz="1875" b="0">
                <a:solidFill>
                  <a:srgbClr val="536760"/>
                </a:solidFill>
              </a:defRPr>
            </a:lvl6pPr>
            <a:lvl7pPr algn="l">
              <a:defRPr sz="1875" b="0">
                <a:solidFill>
                  <a:srgbClr val="536760"/>
                </a:solidFill>
              </a:defRPr>
            </a:lvl7pPr>
            <a:lvl8pPr algn="l">
              <a:defRPr sz="1875" b="0">
                <a:solidFill>
                  <a:srgbClr val="536760"/>
                </a:solidFill>
              </a:defRPr>
            </a:lvl8pPr>
            <a:lvl9pPr algn="l"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D1～D3 合成訂單</a:t>
            </a:r>
          </a:p>
        </p:txBody>
      </p:sp>
      <p:sp>
        <p:nvSpPr>
          <p:cNvPr id="9" name="8,969">
            <a:extLst xmlns:a="http://schemas.openxmlformats.org/drawingml/2006/main">
              <a:ext uri="{FF2B5EF4-FFF2-40B4-BE49-F238E27FC236}">
                <a16:creationId xmlns:a16="http://schemas.microsoft.com/office/drawing/2014/main" id="{1E622853-B557-41DC-8D13-F9C75A5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defRPr sz="4650" b="1">
                <a:solidFill>
                  <a:srgbClr val="14634B"/>
                </a:solidFill>
              </a:defRPr>
            </a:lvl1pPr>
            <a:lvl2pPr algn="l">
              <a:defRPr sz="4650" b="1">
                <a:solidFill>
                  <a:srgbClr val="14634B"/>
                </a:solidFill>
              </a:defRPr>
            </a:lvl2pPr>
            <a:lvl3pPr algn="l">
              <a:defRPr sz="4650" b="1">
                <a:solidFill>
                  <a:srgbClr val="14634B"/>
                </a:solidFill>
              </a:defRPr>
            </a:lvl3pPr>
            <a:lvl4pPr algn="l">
              <a:defRPr sz="4650" b="1">
                <a:solidFill>
                  <a:srgbClr val="14634B"/>
                </a:solidFill>
              </a:defRPr>
            </a:lvl4pPr>
            <a:lvl5pPr algn="l">
              <a:defRPr sz="4650" b="1">
                <a:solidFill>
                  <a:srgbClr val="14634B"/>
                </a:solidFill>
              </a:defRPr>
            </a:lvl5pPr>
            <a:lvl6pPr algn="l">
              <a:defRPr sz="4650" b="1">
                <a:solidFill>
                  <a:srgbClr val="14634B"/>
                </a:solidFill>
              </a:defRPr>
            </a:lvl6pPr>
            <a:lvl7pPr algn="l">
              <a:defRPr sz="4650" b="1">
                <a:solidFill>
                  <a:srgbClr val="14634B"/>
                </a:solidFill>
              </a:defRPr>
            </a:lvl7pPr>
            <a:lvl8pPr algn="l">
              <a:defRPr sz="4650" b="1">
                <a:solidFill>
                  <a:srgbClr val="14634B"/>
                </a:solidFill>
              </a:defRPr>
            </a:lvl8pPr>
            <a:lvl9pPr algn="l"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8,969</a:t>
            </a:r>
          </a:p>
        </p:txBody>
      </p:sp>
      <p:sp>
        <p:nvSpPr>
          <p:cNvPr id="10" name="對應訂單明細">
            <a:extLst xmlns:a="http://schemas.openxmlformats.org/drawingml/2006/main">
              <a:ext uri="{FF2B5EF4-FFF2-40B4-BE49-F238E27FC236}">
                <a16:creationId xmlns:a16="http://schemas.microsoft.com/office/drawing/2014/main" id="{F5E3DC9A-3C6F-4BE4-8A51-16869120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defRPr sz="1875" b="0">
                <a:solidFill>
                  <a:srgbClr val="536760"/>
                </a:solidFill>
              </a:defRPr>
            </a:lvl1pPr>
            <a:lvl2pPr algn="l">
              <a:defRPr sz="1875" b="0">
                <a:solidFill>
                  <a:srgbClr val="536760"/>
                </a:solidFill>
              </a:defRPr>
            </a:lvl2pPr>
            <a:lvl3pPr algn="l">
              <a:defRPr sz="1875" b="0">
                <a:solidFill>
                  <a:srgbClr val="536760"/>
                </a:solidFill>
              </a:defRPr>
            </a:lvl3pPr>
            <a:lvl4pPr algn="l">
              <a:defRPr sz="1875" b="0">
                <a:solidFill>
                  <a:srgbClr val="536760"/>
                </a:solidFill>
              </a:defRPr>
            </a:lvl4pPr>
            <a:lvl5pPr algn="l">
              <a:defRPr sz="1875" b="0">
                <a:solidFill>
                  <a:srgbClr val="536760"/>
                </a:solidFill>
              </a:defRPr>
            </a:lvl5pPr>
            <a:lvl6pPr algn="l">
              <a:defRPr sz="1875" b="0">
                <a:solidFill>
                  <a:srgbClr val="536760"/>
                </a:solidFill>
              </a:defRPr>
            </a:lvl6pPr>
            <a:lvl7pPr algn="l">
              <a:defRPr sz="1875" b="0">
                <a:solidFill>
                  <a:srgbClr val="536760"/>
                </a:solidFill>
              </a:defRPr>
            </a:lvl7pPr>
            <a:lvl8pPr algn="l">
              <a:defRPr sz="1875" b="0">
                <a:solidFill>
                  <a:srgbClr val="536760"/>
                </a:solidFill>
              </a:defRPr>
            </a:lvl8pPr>
            <a:lvl9pPr algn="l"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對應訂單明細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308AA-170C-4C14-BDDD-25C0553CD2E1}"/>
              </a:ext>
            </a:extLst>
          </p:cNvPr>
          <p:cNvGraphicFramePr/>
          <p:nvPr/>
        </p:nvGraphicFramePr>
        <p:xfrm>
          <a:off xmlns:a="http://schemas.openxmlformats.org/drawingml/2006/main" x="619125" y="3238500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資料群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關聯與用途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products / product_skus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一項商品對應規格、價格與庫存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users / carts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會員登入與持久購物車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orders / order_items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訂單主檔、商品快照與金額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behavior_events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搜尋、瀏覽、加購及購買事件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</a:tbl>
          </a:graphicData>
        </a:graphic>
      </p:graphicFrame>
      <p:sp>
        <p:nvSpPr>
          <p:cNvPr id="12" name="D4：1,240 筆合成事件已驗證；四類事件各 31">
            <a:extLst xmlns:a="http://schemas.openxmlformats.org/drawingml/2006/main">
              <a:ext uri="{FF2B5EF4-FFF2-40B4-BE49-F238E27FC236}">
                <a16:creationId xmlns:a16="http://schemas.microsoft.com/office/drawing/2014/main" id="{E3B15BD2-31B9-4A88-9A51-B72C24B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14634B"/>
                </a:solidFill>
              </a:defRPr>
            </a:defPPr>
            <a:lvl1pPr algn="l">
              <a:defRPr sz="1950" b="1">
                <a:solidFill>
                  <a:srgbClr val="14634B"/>
                </a:solidFill>
              </a:defRPr>
            </a:lvl1pPr>
            <a:lvl2pPr algn="l">
              <a:defRPr sz="1950" b="1">
                <a:solidFill>
                  <a:srgbClr val="14634B"/>
                </a:solidFill>
              </a:defRPr>
            </a:lvl2pPr>
            <a:lvl3pPr algn="l">
              <a:defRPr sz="1950" b="1">
                <a:solidFill>
                  <a:srgbClr val="14634B"/>
                </a:solidFill>
              </a:defRPr>
            </a:lvl3pPr>
            <a:lvl4pPr algn="l">
              <a:defRPr sz="1950" b="1">
                <a:solidFill>
                  <a:srgbClr val="14634B"/>
                </a:solidFill>
              </a:defRPr>
            </a:lvl4pPr>
            <a:lvl5pPr algn="l">
              <a:defRPr sz="1950" b="1">
                <a:solidFill>
                  <a:srgbClr val="14634B"/>
                </a:solidFill>
              </a:defRPr>
            </a:lvl5pPr>
            <a:lvl6pPr algn="l">
              <a:defRPr sz="1950" b="1">
                <a:solidFill>
                  <a:srgbClr val="14634B"/>
                </a:solidFill>
              </a:defRPr>
            </a:lvl6pPr>
            <a:lvl7pPr algn="l">
              <a:defRPr sz="1950" b="1">
                <a:solidFill>
                  <a:srgbClr val="14634B"/>
                </a:solidFill>
              </a:defRPr>
            </a:lvl7pPr>
            <a:lvl8pPr algn="l">
              <a:defRPr sz="1950" b="1">
                <a:solidFill>
                  <a:srgbClr val="14634B"/>
                </a:solidFill>
              </a:defRPr>
            </a:lvl8pPr>
            <a:lvl9pPr algn="l">
              <a:defRPr sz="19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634B"/>
                </a:solidFill>
              </a:defRPr>
            </a:pPr>
            <a:r>
              <a:rPr sz="1950" b="1">
                <a:solidFill>
                  <a:srgbClr val="14634B"/>
                </a:solidFill>
              </a:rPr>
              <a:t>D4：1,240 筆合成事件已驗證；四類事件各 310 筆，重送新增 0</a:t>
            </a:r>
          </a:p>
        </p:txBody>
      </p:sp>
    </p:spTree>
    <p:extLst>
      <p:ext uri="{BB962C8B-B14F-4D97-AF65-F5344CB8AC3E}">
        <p14:creationId xmlns:p14="http://schemas.microsoft.com/office/powerpoint/2010/main" val="911842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商品搜尋與 SKU 一致性">
            <a:extLst xmlns:a="http://schemas.openxmlformats.org/drawingml/2006/main">
              <a:ext uri="{FF2B5EF4-FFF2-40B4-BE49-F238E27FC236}">
                <a16:creationId xmlns:a16="http://schemas.microsoft.com/office/drawing/2014/main" id="{4DE3128E-877E-42BD-B786-678C03E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商品搜尋與 SKU 一致性</a:t>
            </a:r>
          </a:p>
        </p:txBody>
      </p:sp>
      <p:sp>
        <p:nvSpPr>
          <p:cNvPr id="2" name="商品畫面、價格與可購庫存使用同一份 SKU 資料">
            <a:extLst xmlns:a="http://schemas.openxmlformats.org/drawingml/2006/main">
              <a:ext uri="{FF2B5EF4-FFF2-40B4-BE49-F238E27FC236}">
                <a16:creationId xmlns:a16="http://schemas.microsoft.com/office/drawing/2014/main" id="{EBF1221E-50F3-4F3A-93AA-45C0EC3D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商品畫面、價格與可購庫存使用同一份 SKU 資料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609D1D11-0C9D-4EEB-8DA5-C17A6B2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2E06912-03C8-44EE-91A1-E315DF1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05</a:t>
            </a:r>
          </a:p>
        </p:txBody>
      </p:sp>
      <p:sp>
        <p:nvSpPr>
          <p:cNvPr id="5" name="搜尋與分類">
            <a:extLst xmlns:a="http://schemas.openxmlformats.org/drawingml/2006/main">
              <a:ext uri="{FF2B5EF4-FFF2-40B4-BE49-F238E27FC236}">
                <a16:creationId xmlns:a16="http://schemas.microsoft.com/office/drawing/2014/main" id="{6223766D-FD6D-47E6-9C3C-C9B2024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搜尋與分類</a:t>
            </a:r>
          </a:p>
        </p:txBody>
      </p:sp>
      <p:sp>
        <p:nvSpPr>
          <p:cNvPr id="6" name="關鍵字、分類與分頁&#10;無結果時提供清楚提示">
            <a:extLst xmlns:a="http://schemas.openxmlformats.org/drawingml/2006/main">
              <a:ext uri="{FF2B5EF4-FFF2-40B4-BE49-F238E27FC236}">
                <a16:creationId xmlns:a16="http://schemas.microsoft.com/office/drawing/2014/main" id="{B7229368-D6C3-46FF-8F91-96CC6DA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關鍵字、分類與分頁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無結果時提供清楚提示</a:t>
            </a:r>
          </a:p>
        </p:txBody>
      </p:sp>
      <p:sp>
        <p:nvSpPr>
          <p:cNvPr id="7" name="商品與規格核對">
            <a:extLst xmlns:a="http://schemas.openxmlformats.org/drawingml/2006/main">
              <a:ext uri="{FF2B5EF4-FFF2-40B4-BE49-F238E27FC236}">
                <a16:creationId xmlns:a16="http://schemas.microsoft.com/office/drawing/2014/main" id="{A1757DBD-D302-4A83-94A2-F16901E0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商品與規格核對</a:t>
            </a:r>
          </a:p>
        </p:txBody>
      </p:sp>
      <p:sp>
        <p:nvSpPr>
          <p:cNvPr id="8" name="價格 NT$79&#10;庫存 95&#10;10/17 畫面與 A">
            <a:extLst xmlns:a="http://schemas.openxmlformats.org/drawingml/2006/main">
              <a:ext uri="{FF2B5EF4-FFF2-40B4-BE49-F238E27FC236}">
                <a16:creationId xmlns:a16="http://schemas.microsoft.com/office/drawing/2014/main" id="{7C388444-70BD-4872-A1F1-B2E24C4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價格 NT$79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庫存 95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10/17 畫面與 Atlas 讀回一致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7BD8C-8E78-42B9-9BF0-F85BC1389E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2df165022413d"/>
          <a:stretch xmlns:a="http://schemas.openxmlformats.org/drawingml/2006/main"/>
        </p:blipFill>
        <p:spPr>
          <a:xfrm xmlns:a="http://schemas.openxmlformats.org/drawingml/2006/main">
            <a:off x="4857750" y="2105465"/>
            <a:ext cx="6715125" cy="3599570"/>
          </a:xfrm>
          <a:prstGeom xmlns:a="http://schemas.openxmlformats.org/drawingml/2006/main" prst="rect">
            <a:avLst/>
          </a:prstGeom>
        </p:spPr>
      </p:pic>
      <p:sp>
        <p:nvSpPr>
          <p:cNvPr id="10" name="S03：10/17 商品實拍，數值為取證當時快照">
            <a:extLst xmlns:a="http://schemas.openxmlformats.org/drawingml/2006/main">
              <a:ext uri="{FF2B5EF4-FFF2-40B4-BE49-F238E27FC236}">
                <a16:creationId xmlns:a16="http://schemas.microsoft.com/office/drawing/2014/main" id="{86B82BE6-9106-4A12-8469-64E2339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483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defRPr sz="1350" b="0">
                <a:solidFill>
                  <a:srgbClr val="536760"/>
                </a:solidFill>
              </a:defRPr>
            </a:lvl1pPr>
            <a:lvl2pPr algn="l">
              <a:defRPr sz="1350" b="0">
                <a:solidFill>
                  <a:srgbClr val="536760"/>
                </a:solidFill>
              </a:defRPr>
            </a:lvl2pPr>
            <a:lvl3pPr algn="l">
              <a:defRPr sz="1350" b="0">
                <a:solidFill>
                  <a:srgbClr val="536760"/>
                </a:solidFill>
              </a:defRPr>
            </a:lvl3pPr>
            <a:lvl4pPr algn="l">
              <a:defRPr sz="1350" b="0">
                <a:solidFill>
                  <a:srgbClr val="536760"/>
                </a:solidFill>
              </a:defRPr>
            </a:lvl4pPr>
            <a:lvl5pPr algn="l">
              <a:defRPr sz="1350" b="0">
                <a:solidFill>
                  <a:srgbClr val="536760"/>
                </a:solidFill>
              </a:defRPr>
            </a:lvl5pPr>
            <a:lvl6pPr algn="l">
              <a:defRPr sz="1350" b="0">
                <a:solidFill>
                  <a:srgbClr val="536760"/>
                </a:solidFill>
              </a:defRPr>
            </a:lvl6pPr>
            <a:lvl7pPr algn="l">
              <a:defRPr sz="1350" b="0">
                <a:solidFill>
                  <a:srgbClr val="536760"/>
                </a:solidFill>
              </a:defRPr>
            </a:lvl7pPr>
            <a:lvl8pPr algn="l">
              <a:defRPr sz="1350" b="0">
                <a:solidFill>
                  <a:srgbClr val="536760"/>
                </a:solidFill>
              </a:defRPr>
            </a:lvl8pPr>
            <a:lvl9pPr algn="l"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S03：10/17 商品實拍，數值為取證當時快照</a:t>
            </a:r>
          </a:p>
        </p:txBody>
      </p:sp>
    </p:spTree>
    <p:extLst>
      <p:ext uri="{BB962C8B-B14F-4D97-AF65-F5344CB8AC3E}">
        <p14:creationId xmlns:p14="http://schemas.microsoft.com/office/powerpoint/2010/main" val="412952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會員登入與權限管理">
            <a:extLst xmlns:a="http://schemas.openxmlformats.org/drawingml/2006/main">
              <a:ext uri="{FF2B5EF4-FFF2-40B4-BE49-F238E27FC236}">
                <a16:creationId xmlns:a16="http://schemas.microsoft.com/office/drawing/2014/main" id="{C33A58B9-8867-4AB7-A493-D667757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會員登入與權限管理</a:t>
            </a:r>
          </a:p>
        </p:txBody>
      </p:sp>
      <p:sp>
        <p:nvSpPr>
          <p:cNvPr id="2" name="每次請求檢查有效會員與管理員角色">
            <a:extLst xmlns:a="http://schemas.openxmlformats.org/drawingml/2006/main">
              <a:ext uri="{FF2B5EF4-FFF2-40B4-BE49-F238E27FC236}">
                <a16:creationId xmlns:a16="http://schemas.microsoft.com/office/drawing/2014/main" id="{2EBA152B-473C-43C4-B3EC-23C5480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每次請求檢查有效會員與管理員角色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255B45CF-3D76-452E-812F-2B98961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EE70234-3DE5-4FA7-8DD4-4600380E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354AF-EAC1-4350-8C8D-F4754107D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f9a8acbf5475c"/>
          <a:stretch xmlns:a="http://schemas.openxmlformats.org/drawingml/2006/main"/>
        </p:blipFill>
        <p:spPr>
          <a:xfrm xmlns:a="http://schemas.openxmlformats.org/drawingml/2006/main">
            <a:off x="620063" y="2066925"/>
            <a:ext cx="6998999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驗證重點">
            <a:extLst xmlns:a="http://schemas.openxmlformats.org/drawingml/2006/main">
              <a:ext uri="{FF2B5EF4-FFF2-40B4-BE49-F238E27FC236}">
                <a16:creationId xmlns:a16="http://schemas.microsoft.com/office/drawing/2014/main" id="{8D07B04B-0E2E-4AF9-8995-2F733EA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669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驗證重點</a:t>
            </a:r>
          </a:p>
        </p:txBody>
      </p:sp>
      <p:sp>
        <p:nvSpPr>
          <p:cNvPr id="7" name="有效會員登入&#10;錯誤與停用帳號拒絕&#10;一般會員無法進入後">
            <a:extLst xmlns:a="http://schemas.openxmlformats.org/drawingml/2006/main">
              <a:ext uri="{FF2B5EF4-FFF2-40B4-BE49-F238E27FC236}">
                <a16:creationId xmlns:a16="http://schemas.microsoft.com/office/drawing/2014/main" id="{2256BB1F-2EEE-43E2-8F01-ABCDCF6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3524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有效會員登入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錯誤與停用帳號拒絕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一般會員無法進入後台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每台裝置可獨立撤權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寫入表單驗證 CSRF</a:t>
            </a:r>
          </a:p>
        </p:txBody>
      </p:sp>
      <p:sp>
        <p:nvSpPr>
          <p:cNvPr id="8" name="圖為匿名登入入口；正式同版的完整角色與交易驗收仍待補">
            <a:extLst xmlns:a="http://schemas.openxmlformats.org/drawingml/2006/main">
              <a:ext uri="{FF2B5EF4-FFF2-40B4-BE49-F238E27FC236}">
                <a16:creationId xmlns:a16="http://schemas.microsoft.com/office/drawing/2014/main" id="{BEB3C185-A99F-453A-A188-1B95508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defRPr sz="1500" b="0">
                <a:solidFill>
                  <a:srgbClr val="536760"/>
                </a:solidFill>
              </a:defRPr>
            </a:lvl1pPr>
            <a:lvl2pPr algn="l">
              <a:defRPr sz="1500" b="0">
                <a:solidFill>
                  <a:srgbClr val="536760"/>
                </a:solidFill>
              </a:defRPr>
            </a:lvl2pPr>
            <a:lvl3pPr algn="l">
              <a:defRPr sz="1500" b="0">
                <a:solidFill>
                  <a:srgbClr val="536760"/>
                </a:solidFill>
              </a:defRPr>
            </a:lvl3pPr>
            <a:lvl4pPr algn="l">
              <a:defRPr sz="1500" b="0">
                <a:solidFill>
                  <a:srgbClr val="536760"/>
                </a:solidFill>
              </a:defRPr>
            </a:lvl4pPr>
            <a:lvl5pPr algn="l">
              <a:defRPr sz="1500" b="0">
                <a:solidFill>
                  <a:srgbClr val="536760"/>
                </a:solidFill>
              </a:defRPr>
            </a:lvl5pPr>
            <a:lvl6pPr algn="l">
              <a:defRPr sz="1500" b="0">
                <a:solidFill>
                  <a:srgbClr val="536760"/>
                </a:solidFill>
              </a:defRPr>
            </a:lvl6pPr>
            <a:lvl7pPr algn="l">
              <a:defRPr sz="1500" b="0">
                <a:solidFill>
                  <a:srgbClr val="536760"/>
                </a:solidFill>
              </a:defRPr>
            </a:lvl7pPr>
            <a:lvl8pPr algn="l">
              <a:defRPr sz="1500" b="0">
                <a:solidFill>
                  <a:srgbClr val="536760"/>
                </a:solidFill>
              </a:defRPr>
            </a:lvl8pPr>
            <a:lvl9pPr algn="l"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760"/>
                </a:solidFill>
              </a:defRPr>
            </a:pPr>
            <a:r>
              <a:rPr sz="1500" b="0">
                <a:solidFill>
                  <a:srgbClr val="536760"/>
                </a:solidFill>
              </a:rPr>
              <a:t>圖為匿名登入入口；正式同版的完整角色與交易驗收仍待補</a:t>
            </a:r>
          </a:p>
        </p:txBody>
      </p:sp>
    </p:spTree>
    <p:extLst>
      <p:ext uri="{BB962C8B-B14F-4D97-AF65-F5344CB8AC3E}">
        <p14:creationId xmlns:p14="http://schemas.microsoft.com/office/powerpoint/2010/main" val="1135270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8DF0A-6273-443F-8F0B-E932D1593DB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1545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9B99F-73D6-41C9-A51E-63F9A53D376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7707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A662C-D973-4C75-AE1E-B691A466CAC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3870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20EF7-CDF3-4571-8D4E-E590E50C8E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032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9" name="購物車與示範結帳">
            <a:extLst xmlns:a="http://schemas.openxmlformats.org/drawingml/2006/main">
              <a:ext uri="{FF2B5EF4-FFF2-40B4-BE49-F238E27FC236}">
                <a16:creationId xmlns:a16="http://schemas.microsoft.com/office/drawing/2014/main" id="{8966100C-1979-40D0-AC2C-61BF8A7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購物車與示範結帳</a:t>
            </a:r>
          </a:p>
        </p:txBody>
      </p:sp>
      <p:sp>
        <p:nvSpPr>
          <p:cNvPr id="2" name="服務以交易、版本檢查與操作識別碼維持資料一致">
            <a:extLst xmlns:a="http://schemas.openxmlformats.org/drawingml/2006/main">
              <a:ext uri="{FF2B5EF4-FFF2-40B4-BE49-F238E27FC236}">
                <a16:creationId xmlns:a16="http://schemas.microsoft.com/office/drawing/2014/main" id="{15A01491-8436-4195-8EE8-7375552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服務以交易、版本檢查與操作識別碼維持資料一致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6C1F493-0805-43BC-ADE2-D92DFC1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BFC62D4-8168-4F8A-A258-DD1B9F7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07</a:t>
            </a:r>
          </a:p>
        </p:txBody>
      </p:sp>
      <p:sp>
        <p:nvSpPr>
          <p:cNvPr id="5" name="選擇 SKU">
            <a:extLst xmlns:a="http://schemas.openxmlformats.org/drawingml/2006/main">
              <a:ext uri="{FF2B5EF4-FFF2-40B4-BE49-F238E27FC236}">
                <a16:creationId xmlns:a16="http://schemas.microsoft.com/office/drawing/2014/main" id="{B18F704F-0F08-4FEA-ABF3-0A9E843E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defRPr sz="1800" b="1">
                <a:solidFill>
                  <a:srgbClr val="17342E"/>
                </a:solidFill>
              </a:defRPr>
            </a:lvl1pPr>
            <a:lvl2pPr algn="ctr">
              <a:defRPr sz="1800" b="1">
                <a:solidFill>
                  <a:srgbClr val="17342E"/>
                </a:solidFill>
              </a:defRPr>
            </a:lvl2pPr>
            <a:lvl3pPr algn="ctr">
              <a:defRPr sz="1800" b="1">
                <a:solidFill>
                  <a:srgbClr val="17342E"/>
                </a:solidFill>
              </a:defRPr>
            </a:lvl3pPr>
            <a:lvl4pPr algn="ctr">
              <a:defRPr sz="1800" b="1">
                <a:solidFill>
                  <a:srgbClr val="17342E"/>
                </a:solidFill>
              </a:defRPr>
            </a:lvl4pPr>
            <a:lvl5pPr algn="ctr">
              <a:defRPr sz="1800" b="1">
                <a:solidFill>
                  <a:srgbClr val="17342E"/>
                </a:solidFill>
              </a:defRPr>
            </a:lvl5pPr>
            <a:lvl6pPr algn="ctr">
              <a:defRPr sz="1800" b="1">
                <a:solidFill>
                  <a:srgbClr val="17342E"/>
                </a:solidFill>
              </a:defRPr>
            </a:lvl6pPr>
            <a:lvl7pPr algn="ctr">
              <a:defRPr sz="1800" b="1">
                <a:solidFill>
                  <a:srgbClr val="17342E"/>
                </a:solidFill>
              </a:defRPr>
            </a:lvl7pPr>
            <a:lvl8pPr algn="ctr">
              <a:defRPr sz="1800" b="1">
                <a:solidFill>
                  <a:srgbClr val="17342E"/>
                </a:solidFill>
              </a:defRPr>
            </a:lvl8pPr>
            <a:lvl9pPr algn="ctr"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選擇 SKU</a:t>
            </a:r>
          </a:p>
        </p:txBody>
      </p:sp>
      <p:sp>
        <p:nvSpPr>
          <p:cNvPr id="6" name="加入購物車">
            <a:extLst xmlns:a="http://schemas.openxmlformats.org/drawingml/2006/main">
              <a:ext uri="{FF2B5EF4-FFF2-40B4-BE49-F238E27FC236}">
                <a16:creationId xmlns:a16="http://schemas.microsoft.com/office/drawing/2014/main" id="{82951B20-5406-47D1-92B5-30A66568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defRPr sz="1800" b="1">
                <a:solidFill>
                  <a:srgbClr val="17342E"/>
                </a:solidFill>
              </a:defRPr>
            </a:lvl1pPr>
            <a:lvl2pPr algn="ctr">
              <a:defRPr sz="1800" b="1">
                <a:solidFill>
                  <a:srgbClr val="17342E"/>
                </a:solidFill>
              </a:defRPr>
            </a:lvl2pPr>
            <a:lvl3pPr algn="ctr">
              <a:defRPr sz="1800" b="1">
                <a:solidFill>
                  <a:srgbClr val="17342E"/>
                </a:solidFill>
              </a:defRPr>
            </a:lvl3pPr>
            <a:lvl4pPr algn="ctr">
              <a:defRPr sz="1800" b="1">
                <a:solidFill>
                  <a:srgbClr val="17342E"/>
                </a:solidFill>
              </a:defRPr>
            </a:lvl4pPr>
            <a:lvl5pPr algn="ctr">
              <a:defRPr sz="1800" b="1">
                <a:solidFill>
                  <a:srgbClr val="17342E"/>
                </a:solidFill>
              </a:defRPr>
            </a:lvl5pPr>
            <a:lvl6pPr algn="ctr">
              <a:defRPr sz="1800" b="1">
                <a:solidFill>
                  <a:srgbClr val="17342E"/>
                </a:solidFill>
              </a:defRPr>
            </a:lvl6pPr>
            <a:lvl7pPr algn="ctr">
              <a:defRPr sz="1800" b="1">
                <a:solidFill>
                  <a:srgbClr val="17342E"/>
                </a:solidFill>
              </a:defRPr>
            </a:lvl7pPr>
            <a:lvl8pPr algn="ctr">
              <a:defRPr sz="1800" b="1">
                <a:solidFill>
                  <a:srgbClr val="17342E"/>
                </a:solidFill>
              </a:defRPr>
            </a:lvl8pPr>
            <a:lvl9pPr algn="ctr"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加入購物車</a:t>
            </a:r>
          </a:p>
        </p:txBody>
      </p:sp>
      <p:sp>
        <p:nvSpPr>
          <p:cNvPr id="7" name="調整數量">
            <a:extLst xmlns:a="http://schemas.openxmlformats.org/drawingml/2006/main">
              <a:ext uri="{FF2B5EF4-FFF2-40B4-BE49-F238E27FC236}">
                <a16:creationId xmlns:a16="http://schemas.microsoft.com/office/drawing/2014/main" id="{A48FD72F-A2EA-4157-8F51-8287A17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defRPr sz="1800" b="1">
                <a:solidFill>
                  <a:srgbClr val="17342E"/>
                </a:solidFill>
              </a:defRPr>
            </a:lvl1pPr>
            <a:lvl2pPr algn="ctr">
              <a:defRPr sz="1800" b="1">
                <a:solidFill>
                  <a:srgbClr val="17342E"/>
                </a:solidFill>
              </a:defRPr>
            </a:lvl2pPr>
            <a:lvl3pPr algn="ctr">
              <a:defRPr sz="1800" b="1">
                <a:solidFill>
                  <a:srgbClr val="17342E"/>
                </a:solidFill>
              </a:defRPr>
            </a:lvl3pPr>
            <a:lvl4pPr algn="ctr">
              <a:defRPr sz="1800" b="1">
                <a:solidFill>
                  <a:srgbClr val="17342E"/>
                </a:solidFill>
              </a:defRPr>
            </a:lvl4pPr>
            <a:lvl5pPr algn="ctr">
              <a:defRPr sz="1800" b="1">
                <a:solidFill>
                  <a:srgbClr val="17342E"/>
                </a:solidFill>
              </a:defRPr>
            </a:lvl5pPr>
            <a:lvl6pPr algn="ctr">
              <a:defRPr sz="1800" b="1">
                <a:solidFill>
                  <a:srgbClr val="17342E"/>
                </a:solidFill>
              </a:defRPr>
            </a:lvl6pPr>
            <a:lvl7pPr algn="ctr">
              <a:defRPr sz="1800" b="1">
                <a:solidFill>
                  <a:srgbClr val="17342E"/>
                </a:solidFill>
              </a:defRPr>
            </a:lvl7pPr>
            <a:lvl8pPr algn="ctr">
              <a:defRPr sz="1800" b="1">
                <a:solidFill>
                  <a:srgbClr val="17342E"/>
                </a:solidFill>
              </a:defRPr>
            </a:lvl8pPr>
            <a:lvl9pPr algn="ctr"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調整數量</a:t>
            </a:r>
          </a:p>
        </p:txBody>
      </p:sp>
      <p:sp>
        <p:nvSpPr>
          <p:cNvPr id="8" name="示範結帳">
            <a:extLst xmlns:a="http://schemas.openxmlformats.org/drawingml/2006/main">
              <a:ext uri="{FF2B5EF4-FFF2-40B4-BE49-F238E27FC236}">
                <a16:creationId xmlns:a16="http://schemas.microsoft.com/office/drawing/2014/main" id="{D38B11CF-E097-47EC-9E4A-F2996B6D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defRPr sz="1800" b="1">
                <a:solidFill>
                  <a:srgbClr val="17342E"/>
                </a:solidFill>
              </a:defRPr>
            </a:lvl1pPr>
            <a:lvl2pPr algn="ctr">
              <a:defRPr sz="1800" b="1">
                <a:solidFill>
                  <a:srgbClr val="17342E"/>
                </a:solidFill>
              </a:defRPr>
            </a:lvl2pPr>
            <a:lvl3pPr algn="ctr">
              <a:defRPr sz="1800" b="1">
                <a:solidFill>
                  <a:srgbClr val="17342E"/>
                </a:solidFill>
              </a:defRPr>
            </a:lvl3pPr>
            <a:lvl4pPr algn="ctr">
              <a:defRPr sz="1800" b="1">
                <a:solidFill>
                  <a:srgbClr val="17342E"/>
                </a:solidFill>
              </a:defRPr>
            </a:lvl4pPr>
            <a:lvl5pPr algn="ctr">
              <a:defRPr sz="1800" b="1">
                <a:solidFill>
                  <a:srgbClr val="17342E"/>
                </a:solidFill>
              </a:defRPr>
            </a:lvl5pPr>
            <a:lvl6pPr algn="ctr">
              <a:defRPr sz="1800" b="1">
                <a:solidFill>
                  <a:srgbClr val="17342E"/>
                </a:solidFill>
              </a:defRPr>
            </a:lvl6pPr>
            <a:lvl7pPr algn="ctr">
              <a:defRPr sz="1800" b="1">
                <a:solidFill>
                  <a:srgbClr val="17342E"/>
                </a:solidFill>
              </a:defRPr>
            </a:lvl7pPr>
            <a:lvl8pPr algn="ctr">
              <a:defRPr sz="1800" b="1">
                <a:solidFill>
                  <a:srgbClr val="17342E"/>
                </a:solidFill>
              </a:defRPr>
            </a:lvl8pPr>
            <a:lvl9pPr algn="ctr"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示範結帳</a:t>
            </a:r>
          </a:p>
        </p:txBody>
      </p:sp>
      <p:sp>
        <p:nvSpPr>
          <p:cNvPr id="9" name="訂單與明細">
            <a:extLst xmlns:a="http://schemas.openxmlformats.org/drawingml/2006/main">
              <a:ext uri="{FF2B5EF4-FFF2-40B4-BE49-F238E27FC236}">
                <a16:creationId xmlns:a16="http://schemas.microsoft.com/office/drawing/2014/main" id="{D4C73DC9-D0B4-4131-BF96-2748D5A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defRPr sz="1800" b="1">
                <a:solidFill>
                  <a:srgbClr val="17342E"/>
                </a:solidFill>
              </a:defRPr>
            </a:lvl1pPr>
            <a:lvl2pPr algn="ctr">
              <a:defRPr sz="1800" b="1">
                <a:solidFill>
                  <a:srgbClr val="17342E"/>
                </a:solidFill>
              </a:defRPr>
            </a:lvl2pPr>
            <a:lvl3pPr algn="ctr">
              <a:defRPr sz="1800" b="1">
                <a:solidFill>
                  <a:srgbClr val="17342E"/>
                </a:solidFill>
              </a:defRPr>
            </a:lvl3pPr>
            <a:lvl4pPr algn="ctr">
              <a:defRPr sz="1800" b="1">
                <a:solidFill>
                  <a:srgbClr val="17342E"/>
                </a:solidFill>
              </a:defRPr>
            </a:lvl4pPr>
            <a:lvl5pPr algn="ctr">
              <a:defRPr sz="1800" b="1">
                <a:solidFill>
                  <a:srgbClr val="17342E"/>
                </a:solidFill>
              </a:defRPr>
            </a:lvl5pPr>
            <a:lvl6pPr algn="ctr">
              <a:defRPr sz="1800" b="1">
                <a:solidFill>
                  <a:srgbClr val="17342E"/>
                </a:solidFill>
              </a:defRPr>
            </a:lvl6pPr>
            <a:lvl7pPr algn="ctr">
              <a:defRPr sz="1800" b="1">
                <a:solidFill>
                  <a:srgbClr val="17342E"/>
                </a:solidFill>
              </a:defRPr>
            </a:lvl7pPr>
            <a:lvl8pPr algn="ctr">
              <a:defRPr sz="1800" b="1">
                <a:solidFill>
                  <a:srgbClr val="17342E"/>
                </a:solidFill>
              </a:defRPr>
            </a:lvl8pPr>
            <a:lvl9pPr algn="ctr"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訂單與明細</a:t>
            </a:r>
          </a:p>
        </p:txBody>
      </p:sp>
      <p:sp>
        <p:nvSpPr>
          <p:cNvPr id="14" name="版本與重送">
            <a:extLst xmlns:a="http://schemas.openxmlformats.org/drawingml/2006/main">
              <a:ext uri="{FF2B5EF4-FFF2-40B4-BE49-F238E27FC236}">
                <a16:creationId xmlns:a16="http://schemas.microsoft.com/office/drawing/2014/main" id="{E9DF4C8E-54C9-4B7A-B1BC-DE76293E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版本與重送</a:t>
            </a:r>
          </a:p>
        </p:txBody>
      </p:sp>
      <p:sp>
        <p:nvSpPr>
          <p:cNvPr id="15" name="購物車版本不同時回報衝突&#10;同一結帳識別碼重送不重複扣">
            <a:extLst xmlns:a="http://schemas.openxmlformats.org/drawingml/2006/main">
              <a:ext uri="{FF2B5EF4-FFF2-40B4-BE49-F238E27FC236}">
                <a16:creationId xmlns:a16="http://schemas.microsoft.com/office/drawing/2014/main" id="{EE6B4708-1239-4C2E-BD0F-E561E8AA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購物車版本不同時回報衝突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同一結帳識別碼重送不重複扣庫存</a:t>
            </a:r>
          </a:p>
        </p:txBody>
      </p:sp>
      <p:sp>
        <p:nvSpPr>
          <p:cNvPr id="16" name="交易與回滾">
            <a:extLst xmlns:a="http://schemas.openxmlformats.org/drawingml/2006/main">
              <a:ext uri="{FF2B5EF4-FFF2-40B4-BE49-F238E27FC236}">
                <a16:creationId xmlns:a16="http://schemas.microsoft.com/office/drawing/2014/main" id="{6CE4C64C-4777-46DA-A8E6-A3518E2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交易與回滾</a:t>
            </a:r>
          </a:p>
        </p:txBody>
      </p:sp>
      <p:sp>
        <p:nvSpPr>
          <p:cNvPr id="17" name="訂單、明細與庫存在交易內完成&#10;缺貨或中途錯誤時回滾">
            <a:extLst xmlns:a="http://schemas.openxmlformats.org/drawingml/2006/main">
              <a:ext uri="{FF2B5EF4-FFF2-40B4-BE49-F238E27FC236}">
                <a16:creationId xmlns:a16="http://schemas.microsoft.com/office/drawing/2014/main" id="{9BF39FE9-95E5-4419-A23F-1AA2E8F7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957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訂單、明細與庫存在交易內完成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缺貨或中途錯誤時回滾</a:t>
            </a:r>
          </a:p>
        </p:txBody>
      </p:sp>
      <p:sp>
        <p:nvSpPr>
          <p:cNvPr id="18" name="示範訂單標記 is_demo；付款與物流整合列為後續">
            <a:extLst xmlns:a="http://schemas.openxmlformats.org/drawingml/2006/main">
              <a:ext uri="{FF2B5EF4-FFF2-40B4-BE49-F238E27FC236}">
                <a16:creationId xmlns:a16="http://schemas.microsoft.com/office/drawing/2014/main" id="{DD91E99E-64C8-491E-AE57-6D1FEF47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示範訂單標記 is_demo；付款與物流整合列為後續工作</a:t>
            </a:r>
          </a:p>
        </p:txBody>
      </p:sp>
    </p:spTree>
    <p:extLst>
      <p:ext uri="{BB962C8B-B14F-4D97-AF65-F5344CB8AC3E}">
        <p14:creationId xmlns:p14="http://schemas.microsoft.com/office/powerpoint/2010/main" val="1919347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2BFC-75AB-49B4-AB35-C929C67BC71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90875" y="38004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1FCB3-FDB3-466B-8067-A9B3B638018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90875" y="27432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4" name="可解釋推薦與退回流程">
            <a:extLst xmlns:a="http://schemas.openxmlformats.org/drawingml/2006/main">
              <a:ext uri="{FF2B5EF4-FFF2-40B4-BE49-F238E27FC236}">
                <a16:creationId xmlns:a16="http://schemas.microsoft.com/office/drawing/2014/main" id="{87FBC092-C2B6-4062-9967-F65D3B65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defRPr sz="3300" b="1">
                <a:solidFill>
                  <a:srgbClr val="FFFFFF"/>
                </a:solidFill>
              </a:defRPr>
            </a:lvl1pPr>
            <a:lvl2pPr algn="l">
              <a:defRPr sz="3300" b="1">
                <a:solidFill>
                  <a:srgbClr val="FFFFFF"/>
                </a:solidFill>
              </a:defRPr>
            </a:lvl2pPr>
            <a:lvl3pPr algn="l">
              <a:defRPr sz="3300" b="1">
                <a:solidFill>
                  <a:srgbClr val="FFFFFF"/>
                </a:solidFill>
              </a:defRPr>
            </a:lvl3pPr>
            <a:lvl4pPr algn="l">
              <a:defRPr sz="3300" b="1">
                <a:solidFill>
                  <a:srgbClr val="FFFFFF"/>
                </a:solidFill>
              </a:defRPr>
            </a:lvl4pPr>
            <a:lvl5pPr algn="l">
              <a:defRPr sz="3300" b="1">
                <a:solidFill>
                  <a:srgbClr val="FFFFFF"/>
                </a:solidFill>
              </a:defRPr>
            </a:lvl5pPr>
            <a:lvl6pPr algn="l">
              <a:defRPr sz="3300" b="1">
                <a:solidFill>
                  <a:srgbClr val="FFFFFF"/>
                </a:solidFill>
              </a:defRPr>
            </a:lvl6pPr>
            <a:lvl7pPr algn="l">
              <a:defRPr sz="3300" b="1">
                <a:solidFill>
                  <a:srgbClr val="FFFFFF"/>
                </a:solidFill>
              </a:defRPr>
            </a:lvl7pPr>
            <a:lvl8pPr algn="l">
              <a:defRPr sz="3300" b="1">
                <a:solidFill>
                  <a:srgbClr val="FFFFFF"/>
                </a:solidFill>
              </a:defRPr>
            </a:lvl8pPr>
            <a:lvl9pPr algn="l"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可解釋推薦與退回流程</a:t>
            </a:r>
          </a:p>
        </p:txBody>
      </p:sp>
      <p:sp>
        <p:nvSpPr>
          <p:cNvPr id="2" name="先確認商品可售，再依查詢與行為資料產生推薦">
            <a:extLst xmlns:a="http://schemas.openxmlformats.org/drawingml/2006/main">
              <a:ext uri="{FF2B5EF4-FFF2-40B4-BE49-F238E27FC236}">
                <a16:creationId xmlns:a16="http://schemas.microsoft.com/office/drawing/2014/main" id="{49740E1B-1D00-4550-A496-4815C547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defRPr sz="1800" b="0">
                <a:solidFill>
                  <a:srgbClr val="B8DCD4"/>
                </a:solidFill>
              </a:defRPr>
            </a:lvl1pPr>
            <a:lvl2pPr algn="l">
              <a:defRPr sz="1800" b="0">
                <a:solidFill>
                  <a:srgbClr val="B8DCD4"/>
                </a:solidFill>
              </a:defRPr>
            </a:lvl2pPr>
            <a:lvl3pPr algn="l">
              <a:defRPr sz="1800" b="0">
                <a:solidFill>
                  <a:srgbClr val="B8DCD4"/>
                </a:solidFill>
              </a:defRPr>
            </a:lvl3pPr>
            <a:lvl4pPr algn="l">
              <a:defRPr sz="1800" b="0">
                <a:solidFill>
                  <a:srgbClr val="B8DCD4"/>
                </a:solidFill>
              </a:defRPr>
            </a:lvl4pPr>
            <a:lvl5pPr algn="l">
              <a:defRPr sz="1800" b="0">
                <a:solidFill>
                  <a:srgbClr val="B8DCD4"/>
                </a:solidFill>
              </a:defRPr>
            </a:lvl5pPr>
            <a:lvl6pPr algn="l">
              <a:defRPr sz="1800" b="0">
                <a:solidFill>
                  <a:srgbClr val="B8DCD4"/>
                </a:solidFill>
              </a:defRPr>
            </a:lvl6pPr>
            <a:lvl7pPr algn="l">
              <a:defRPr sz="1800" b="0">
                <a:solidFill>
                  <a:srgbClr val="B8DCD4"/>
                </a:solidFill>
              </a:defRPr>
            </a:lvl7pPr>
            <a:lvl8pPr algn="l">
              <a:defRPr sz="1800" b="0">
                <a:solidFill>
                  <a:srgbClr val="B8DCD4"/>
                </a:solidFill>
              </a:defRPr>
            </a:lvl8pPr>
            <a:lvl9pPr algn="l"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先確認商品可售，再依查詢與行為資料產生推薦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E0BFA488-A636-4CEE-A4CF-8A1A1C5F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defRPr sz="1200" b="0">
                <a:solidFill>
                  <a:srgbClr val="BCD9D0"/>
                </a:solidFill>
              </a:defRPr>
            </a:lvl1pPr>
            <a:lvl2pPr algn="l">
              <a:defRPr sz="1200" b="0">
                <a:solidFill>
                  <a:srgbClr val="BCD9D0"/>
                </a:solidFill>
              </a:defRPr>
            </a:lvl2pPr>
            <a:lvl3pPr algn="l">
              <a:defRPr sz="1200" b="0">
                <a:solidFill>
                  <a:srgbClr val="BCD9D0"/>
                </a:solidFill>
              </a:defRPr>
            </a:lvl3pPr>
            <a:lvl4pPr algn="l">
              <a:defRPr sz="1200" b="0">
                <a:solidFill>
                  <a:srgbClr val="BCD9D0"/>
                </a:solidFill>
              </a:defRPr>
            </a:lvl4pPr>
            <a:lvl5pPr algn="l">
              <a:defRPr sz="1200" b="0">
                <a:solidFill>
                  <a:srgbClr val="BCD9D0"/>
                </a:solidFill>
              </a:defRPr>
            </a:lvl5pPr>
            <a:lvl6pPr algn="l">
              <a:defRPr sz="1200" b="0">
                <a:solidFill>
                  <a:srgbClr val="BCD9D0"/>
                </a:solidFill>
              </a:defRPr>
            </a:lvl6pPr>
            <a:lvl7pPr algn="l">
              <a:defRPr sz="1200" b="0">
                <a:solidFill>
                  <a:srgbClr val="BCD9D0"/>
                </a:solidFill>
              </a:defRPr>
            </a:lvl7pPr>
            <a:lvl8pPr algn="l">
              <a:defRPr sz="1200" b="0">
                <a:solidFill>
                  <a:srgbClr val="BCD9D0"/>
                </a:solidFill>
              </a:defRPr>
            </a:lvl8pPr>
            <a:lvl9pPr algn="l"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F2BB5B72-1534-4AE8-9698-E08BC164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defRPr sz="1350" b="1">
                <a:solidFill>
                  <a:srgbClr val="38C5CD"/>
                </a:solidFill>
              </a:defRPr>
            </a:lvl1pPr>
            <a:lvl2pPr algn="l">
              <a:defRPr sz="1350" b="1">
                <a:solidFill>
                  <a:srgbClr val="38C5CD"/>
                </a:solidFill>
              </a:defRPr>
            </a:lvl2pPr>
            <a:lvl3pPr algn="l">
              <a:defRPr sz="1350" b="1">
                <a:solidFill>
                  <a:srgbClr val="38C5CD"/>
                </a:solidFill>
              </a:defRPr>
            </a:lvl3pPr>
            <a:lvl4pPr algn="l">
              <a:defRPr sz="1350" b="1">
                <a:solidFill>
                  <a:srgbClr val="38C5CD"/>
                </a:solidFill>
              </a:defRPr>
            </a:lvl4pPr>
            <a:lvl5pPr algn="l">
              <a:defRPr sz="1350" b="1">
                <a:solidFill>
                  <a:srgbClr val="38C5CD"/>
                </a:solidFill>
              </a:defRPr>
            </a:lvl5pPr>
            <a:lvl6pPr algn="l">
              <a:defRPr sz="1350" b="1">
                <a:solidFill>
                  <a:srgbClr val="38C5CD"/>
                </a:solidFill>
              </a:defRPr>
            </a:lvl6pPr>
            <a:lvl7pPr algn="l">
              <a:defRPr sz="1350" b="1">
                <a:solidFill>
                  <a:srgbClr val="38C5CD"/>
                </a:solidFill>
              </a:defRPr>
            </a:lvl7pPr>
            <a:lvl8pPr algn="l">
              <a:defRPr sz="1350" b="1">
                <a:solidFill>
                  <a:srgbClr val="38C5CD"/>
                </a:solidFill>
              </a:defRPr>
            </a:lvl8pPr>
            <a:lvl9pPr algn="l"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08</a:t>
            </a:r>
          </a:p>
        </p:txBody>
      </p:sp>
      <p:sp>
        <p:nvSpPr>
          <p:cNvPr id="5" name="有效商品與可購庫存">
            <a:extLst xmlns:a="http://schemas.openxmlformats.org/drawingml/2006/main">
              <a:ext uri="{FF2B5EF4-FFF2-40B4-BE49-F238E27FC236}">
                <a16:creationId xmlns:a16="http://schemas.microsoft.com/office/drawing/2014/main" id="{D5F94398-508E-47D5-AE29-984C64B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有效商品與可購庫存</a:t>
            </a:r>
          </a:p>
        </p:txBody>
      </p:sp>
      <p:sp>
        <p:nvSpPr>
          <p:cNvPr id="6" name="規則基線與冷啟動">
            <a:extLst xmlns:a="http://schemas.openxmlformats.org/drawingml/2006/main">
              <a:ext uri="{FF2B5EF4-FFF2-40B4-BE49-F238E27FC236}">
                <a16:creationId xmlns:a16="http://schemas.microsoft.com/office/drawing/2014/main" id="{4DA579A1-46D8-49D1-A35E-1E90C6EF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規則基線與冷啟動</a:t>
            </a:r>
          </a:p>
        </p:txBody>
      </p:sp>
      <p:sp>
        <p:nvSpPr>
          <p:cNvPr id="7" name="BGE 語意相似排序">
            <a:extLst xmlns:a="http://schemas.openxmlformats.org/drawingml/2006/main">
              <a:ext uri="{FF2B5EF4-FFF2-40B4-BE49-F238E27FC236}">
                <a16:creationId xmlns:a16="http://schemas.microsoft.com/office/drawing/2014/main" id="{F84AD237-712D-4D6A-BA0C-A3D850B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語意相似排序</a:t>
            </a:r>
          </a:p>
        </p:txBody>
      </p:sp>
      <p:sp>
        <p:nvSpPr>
          <p:cNvPr id="10" name="使用者看得懂的理由">
            <a:extLst xmlns:a="http://schemas.openxmlformats.org/drawingml/2006/main">
              <a:ext uri="{FF2B5EF4-FFF2-40B4-BE49-F238E27FC236}">
                <a16:creationId xmlns:a16="http://schemas.microsoft.com/office/drawing/2014/main" id="{563DC027-0089-4BAB-8B79-D696A04E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使用者看得懂的理由</a:t>
            </a:r>
          </a:p>
        </p:txBody>
      </p:sp>
      <p:sp>
        <p:nvSpPr>
          <p:cNvPr id="11" name="搜尋文字優先&#10;沒有搜尋時參考最近商品行為&#10;無歷史資料">
            <a:extLst xmlns:a="http://schemas.openxmlformats.org/drawingml/2006/main">
              <a:ext uri="{FF2B5EF4-FFF2-40B4-BE49-F238E27FC236}">
                <a16:creationId xmlns:a16="http://schemas.microsoft.com/office/drawing/2014/main" id="{08442A77-C08B-4444-8E4E-0515E455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D8EAE5"/>
                </a:solidFill>
              </a:defRPr>
            </a:defPPr>
            <a:lvl1pPr algn="l">
              <a:defRPr sz="2025" b="0">
                <a:solidFill>
                  <a:srgbClr val="D8EAE5"/>
                </a:solidFill>
              </a:defRPr>
            </a:lvl1pPr>
            <a:lvl2pPr algn="l">
              <a:defRPr sz="2025" b="0">
                <a:solidFill>
                  <a:srgbClr val="D8EAE5"/>
                </a:solidFill>
              </a:defRPr>
            </a:lvl2pPr>
            <a:lvl3pPr algn="l">
              <a:defRPr sz="2025" b="0">
                <a:solidFill>
                  <a:srgbClr val="D8EAE5"/>
                </a:solidFill>
              </a:defRPr>
            </a:lvl3pPr>
            <a:lvl4pPr algn="l">
              <a:defRPr sz="2025" b="0">
                <a:solidFill>
                  <a:srgbClr val="D8EAE5"/>
                </a:solidFill>
              </a:defRPr>
            </a:lvl4pPr>
            <a:lvl5pPr algn="l">
              <a:defRPr sz="2025" b="0">
                <a:solidFill>
                  <a:srgbClr val="D8EAE5"/>
                </a:solidFill>
              </a:defRPr>
            </a:lvl5pPr>
            <a:lvl6pPr algn="l">
              <a:defRPr sz="2025" b="0">
                <a:solidFill>
                  <a:srgbClr val="D8EAE5"/>
                </a:solidFill>
              </a:defRPr>
            </a:lvl6pPr>
            <a:lvl7pPr algn="l">
              <a:defRPr sz="2025" b="0">
                <a:solidFill>
                  <a:srgbClr val="D8EAE5"/>
                </a:solidFill>
              </a:defRPr>
            </a:lvl7pPr>
            <a:lvl8pPr algn="l">
              <a:defRPr sz="2025" b="0">
                <a:solidFill>
                  <a:srgbClr val="D8EAE5"/>
                </a:solidFill>
              </a:defRPr>
            </a:lvl8pPr>
            <a:lvl9pPr algn="l">
              <a:defRPr sz="2025" b="0">
                <a:solidFill>
                  <a:srgbClr val="D8EAE5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搜尋文字優先</a:t>
            </a:r>
          </a:p>
          <a:p xmlns:a="http://schemas.openxmlformats.org/drawingml/2006/main">
            <a:pPr algn="l"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沒有搜尋時參考最近商品行為</a:t>
            </a:r>
          </a:p>
          <a:p xmlns:a="http://schemas.openxmlformats.org/drawingml/2006/main">
            <a:pPr algn="l"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無歷史資料採規則推薦</a:t>
            </a:r>
          </a:p>
        </p:txBody>
      </p:sp>
      <p:sp>
        <p:nvSpPr>
          <p:cNvPr id="12" name="模型狀態">
            <a:extLst xmlns:a="http://schemas.openxmlformats.org/drawingml/2006/main">
              <a:ext uri="{FF2B5EF4-FFF2-40B4-BE49-F238E27FC236}">
                <a16:creationId xmlns:a16="http://schemas.microsoft.com/office/drawing/2014/main" id="{8A305072-7A68-4277-B645-5323351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38C5CD"/>
                </a:solidFill>
              </a:defRPr>
            </a:defPPr>
            <a:lvl1pPr algn="l">
              <a:defRPr sz="2400" b="1">
                <a:solidFill>
                  <a:srgbClr val="38C5CD"/>
                </a:solidFill>
              </a:defRPr>
            </a:lvl1pPr>
            <a:lvl2pPr algn="l">
              <a:defRPr sz="2400" b="1">
                <a:solidFill>
                  <a:srgbClr val="38C5CD"/>
                </a:solidFill>
              </a:defRPr>
            </a:lvl2pPr>
            <a:lvl3pPr algn="l">
              <a:defRPr sz="2400" b="1">
                <a:solidFill>
                  <a:srgbClr val="38C5CD"/>
                </a:solidFill>
              </a:defRPr>
            </a:lvl3pPr>
            <a:lvl4pPr algn="l">
              <a:defRPr sz="2400" b="1">
                <a:solidFill>
                  <a:srgbClr val="38C5CD"/>
                </a:solidFill>
              </a:defRPr>
            </a:lvl4pPr>
            <a:lvl5pPr algn="l">
              <a:defRPr sz="2400" b="1">
                <a:solidFill>
                  <a:srgbClr val="38C5CD"/>
                </a:solidFill>
              </a:defRPr>
            </a:lvl5pPr>
            <a:lvl6pPr algn="l">
              <a:defRPr sz="2400" b="1">
                <a:solidFill>
                  <a:srgbClr val="38C5CD"/>
                </a:solidFill>
              </a:defRPr>
            </a:lvl6pPr>
            <a:lvl7pPr algn="l">
              <a:defRPr sz="2400" b="1">
                <a:solidFill>
                  <a:srgbClr val="38C5CD"/>
                </a:solidFill>
              </a:defRPr>
            </a:lvl7pPr>
            <a:lvl8pPr algn="l">
              <a:defRPr sz="2400" b="1">
                <a:solidFill>
                  <a:srgbClr val="38C5CD"/>
                </a:solidFill>
              </a:defRPr>
            </a:lvl8pPr>
            <a:lvl9pPr algn="l">
              <a:defRPr sz="240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8C5CD"/>
                </a:solidFill>
              </a:defRPr>
            </a:pPr>
            <a:r>
              <a:rPr sz="2400" b="1">
                <a:solidFill>
                  <a:srgbClr val="38C5CD"/>
                </a:solidFill>
              </a:rPr>
              <a:t>模型狀態</a:t>
            </a:r>
          </a:p>
        </p:txBody>
      </p:sp>
      <p:sp>
        <p:nvSpPr>
          <p:cNvPr id="13" name="正式 BGE 啟用與品質量測待驗收">
            <a:extLst xmlns:a="http://schemas.openxmlformats.org/drawingml/2006/main">
              <a:ext uri="{FF2B5EF4-FFF2-40B4-BE49-F238E27FC236}">
                <a16:creationId xmlns:a16="http://schemas.microsoft.com/office/drawing/2014/main" id="{8F8935B3-D708-436C-B04A-3D76EBF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</a:defRPr>
            </a:defPPr>
            <a:lvl1pPr algn="l">
              <a:defRPr sz="2025" b="0">
                <a:solidFill>
                  <a:srgbClr val="FFFFFF"/>
                </a:solidFill>
              </a:defRPr>
            </a:lvl1pPr>
            <a:lvl2pPr algn="l">
              <a:defRPr sz="2025" b="0">
                <a:solidFill>
                  <a:srgbClr val="FFFFFF"/>
                </a:solidFill>
              </a:defRPr>
            </a:lvl2pPr>
            <a:lvl3pPr algn="l">
              <a:defRPr sz="2025" b="0">
                <a:solidFill>
                  <a:srgbClr val="FFFFFF"/>
                </a:solidFill>
              </a:defRPr>
            </a:lvl3pPr>
            <a:lvl4pPr algn="l">
              <a:defRPr sz="2025" b="0">
                <a:solidFill>
                  <a:srgbClr val="FFFFFF"/>
                </a:solidFill>
              </a:defRPr>
            </a:lvl4pPr>
            <a:lvl5pPr algn="l">
              <a:defRPr sz="2025" b="0">
                <a:solidFill>
                  <a:srgbClr val="FFFFFF"/>
                </a:solidFill>
              </a:defRPr>
            </a:lvl5pPr>
            <a:lvl6pPr algn="l">
              <a:defRPr sz="2025" b="0">
                <a:solidFill>
                  <a:srgbClr val="FFFFFF"/>
                </a:solidFill>
              </a:defRPr>
            </a:lvl6pPr>
            <a:lvl7pPr algn="l">
              <a:defRPr sz="2025" b="0">
                <a:solidFill>
                  <a:srgbClr val="FFFFFF"/>
                </a:solidFill>
              </a:defRPr>
            </a:lvl7pPr>
            <a:lvl8pPr algn="l">
              <a:defRPr sz="2025" b="0">
                <a:solidFill>
                  <a:srgbClr val="FFFFFF"/>
                </a:solidFill>
              </a:defRPr>
            </a:lvl8pPr>
            <a:lvl9pPr algn="l"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正式 BGE 啟用與品質量測待驗收</a:t>
            </a:r>
          </a:p>
        </p:txBody>
      </p:sp>
    </p:spTree>
    <p:extLst>
      <p:ext uri="{BB962C8B-B14F-4D97-AF65-F5344CB8AC3E}">
        <p14:creationId xmlns:p14="http://schemas.microsoft.com/office/powerpoint/2010/main" val="1306797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營運總覽與資料口徑">
            <a:extLst xmlns:a="http://schemas.openxmlformats.org/drawingml/2006/main">
              <a:ext uri="{FF2B5EF4-FFF2-40B4-BE49-F238E27FC236}">
                <a16:creationId xmlns:a16="http://schemas.microsoft.com/office/drawing/2014/main" id="{19E08EF2-75F2-475E-A2D4-D771233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營運總覽與資料口徑</a:t>
            </a:r>
          </a:p>
        </p:txBody>
      </p:sp>
      <p:sp>
        <p:nvSpPr>
          <p:cNvPr id="2" name="管理者使用同一期間、同一示範範圍核對數字">
            <a:extLst xmlns:a="http://schemas.openxmlformats.org/drawingml/2006/main">
              <a:ext uri="{FF2B5EF4-FFF2-40B4-BE49-F238E27FC236}">
                <a16:creationId xmlns:a16="http://schemas.microsoft.com/office/drawing/2014/main" id="{CB365081-64FA-4978-936C-AEA2D7B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管理者使用同一期間、同一示範範圍核對數字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D90C0072-E447-41C4-A8B6-F6E6C37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22288C91-87C5-438D-9F79-9C3BCAD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FB911-400E-4048-BFCE-4264EE774647}"/>
              </a:ext>
            </a:extLst>
          </p:cNvPr>
          <p:cNvGraphicFramePr/>
          <p:nvPr/>
        </p:nvGraphicFramePr>
        <p:xfrm>
          <a:off xmlns:a="http://schemas.openxmlformats.org/drawingml/2006/main" x="619125" y="2028825"/>
          <a:ext xmlns:a="http://schemas.openxmlformats.org/drawingml/2006/main" cx="1095375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</a:tblGrid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計算與呈現方式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已付款且未取消訂單的金額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有效／全部訂單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兩者套用相同日期與示範篩選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平均客單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有效營收除以有效訂單數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熱銷商品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相同範圍內的有效銷售數量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低庫存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目前可用數量與安全庫存的比較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I 摘要使用伺服器彙總資料；模型輸出保留人工核對">
            <a:extLst xmlns:a="http://schemas.openxmlformats.org/drawingml/2006/main">
              <a:ext uri="{FF2B5EF4-FFF2-40B4-BE49-F238E27FC236}">
                <a16:creationId xmlns:a16="http://schemas.microsoft.com/office/drawing/2014/main" id="{296CFC3C-C842-46AD-B3C6-3E78356A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4634B"/>
                </a:solidFill>
              </a:defRPr>
            </a:defPPr>
            <a:lvl1pPr algn="l">
              <a:defRPr sz="2100" b="1">
                <a:solidFill>
                  <a:srgbClr val="14634B"/>
                </a:solidFill>
              </a:defRPr>
            </a:lvl1pPr>
            <a:lvl2pPr algn="l">
              <a:defRPr sz="2100" b="1">
                <a:solidFill>
                  <a:srgbClr val="14634B"/>
                </a:solidFill>
              </a:defRPr>
            </a:lvl2pPr>
            <a:lvl3pPr algn="l">
              <a:defRPr sz="2100" b="1">
                <a:solidFill>
                  <a:srgbClr val="14634B"/>
                </a:solidFill>
              </a:defRPr>
            </a:lvl3pPr>
            <a:lvl4pPr algn="l">
              <a:defRPr sz="2100" b="1">
                <a:solidFill>
                  <a:srgbClr val="14634B"/>
                </a:solidFill>
              </a:defRPr>
            </a:lvl4pPr>
            <a:lvl5pPr algn="l">
              <a:defRPr sz="2100" b="1">
                <a:solidFill>
                  <a:srgbClr val="14634B"/>
                </a:solidFill>
              </a:defRPr>
            </a:lvl5pPr>
            <a:lvl6pPr algn="l">
              <a:defRPr sz="2100" b="1">
                <a:solidFill>
                  <a:srgbClr val="14634B"/>
                </a:solidFill>
              </a:defRPr>
            </a:lvl6pPr>
            <a:lvl7pPr algn="l">
              <a:defRPr sz="2100" b="1">
                <a:solidFill>
                  <a:srgbClr val="14634B"/>
                </a:solidFill>
              </a:defRPr>
            </a:lvl7pPr>
            <a:lvl8pPr algn="l">
              <a:defRPr sz="2100" b="1">
                <a:solidFill>
                  <a:srgbClr val="14634B"/>
                </a:solidFill>
              </a:defRPr>
            </a:lvl8pPr>
            <a:lvl9pPr algn="l">
              <a:defRPr sz="21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634B"/>
                </a:solidFill>
              </a:defRPr>
            </a:pPr>
            <a:r>
              <a:rPr sz="2100" b="1">
                <a:solidFill>
                  <a:srgbClr val="14634B"/>
                </a:solidFill>
              </a:rPr>
              <a:t>AI 摘要使用伺服器彙總資料；模型輸出保留人工核對</a:t>
            </a:r>
          </a:p>
        </p:txBody>
      </p:sp>
    </p:spTree>
    <p:extLst>
      <p:ext uri="{BB962C8B-B14F-4D97-AF65-F5344CB8AC3E}">
        <p14:creationId xmlns:p14="http://schemas.microsoft.com/office/powerpoint/2010/main" val="1395151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規則、BGE 與 Claude 的分工">
            <a:extLst xmlns:a="http://schemas.openxmlformats.org/drawingml/2006/main">
              <a:ext uri="{FF2B5EF4-FFF2-40B4-BE49-F238E27FC236}">
                <a16:creationId xmlns:a16="http://schemas.microsoft.com/office/drawing/2014/main" id="{96F597E3-5A3F-4C3D-8568-C41B655A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規則、BGE 與 Claude 的分工</a:t>
            </a:r>
          </a:p>
        </p:txBody>
      </p:sp>
      <p:sp>
        <p:nvSpPr>
          <p:cNvPr id="2" name="比較用途、資料範圍與可量測結果">
            <a:extLst xmlns:a="http://schemas.openxmlformats.org/drawingml/2006/main">
              <a:ext uri="{FF2B5EF4-FFF2-40B4-BE49-F238E27FC236}">
                <a16:creationId xmlns:a16="http://schemas.microsoft.com/office/drawing/2014/main" id="{B975969A-917D-48F0-B538-65AD7A3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比較用途、資料範圍與可量測結果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7FD6A06F-6832-4BE8-B6DE-268931B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BAF35854-7176-4DC0-95D2-84090039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2EFB8-53B9-4EA4-B9F8-D0EE3C40CD2F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191000"/>
                <a:gridCol w="5048250"/>
              </a:tblGrid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主要用途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限制與驗證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規則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冷啟動推薦與數字摘要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邏輯可核對，無語意推論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商品文字向量與相似排序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需模型權重與相關性量測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依白名單彙總解讀營運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需真實呼叫與內容核對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量測欄位">
            <a:extLst xmlns:a="http://schemas.openxmlformats.org/drawingml/2006/main">
              <a:ext uri="{FF2B5EF4-FFF2-40B4-BE49-F238E27FC236}">
                <a16:creationId xmlns:a16="http://schemas.microsoft.com/office/drawing/2014/main" id="{730A6102-5DDA-4A5A-9288-8C20DD6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4634B"/>
                </a:solidFill>
              </a:defRPr>
            </a:defPPr>
            <a:lvl1pPr algn="l">
              <a:defRPr sz="2250" b="1">
                <a:solidFill>
                  <a:srgbClr val="14634B"/>
                </a:solidFill>
              </a:defRPr>
            </a:lvl1pPr>
            <a:lvl2pPr algn="l">
              <a:defRPr sz="2250" b="1">
                <a:solidFill>
                  <a:srgbClr val="14634B"/>
                </a:solidFill>
              </a:defRPr>
            </a:lvl2pPr>
            <a:lvl3pPr algn="l">
              <a:defRPr sz="2250" b="1">
                <a:solidFill>
                  <a:srgbClr val="14634B"/>
                </a:solidFill>
              </a:defRPr>
            </a:lvl3pPr>
            <a:lvl4pPr algn="l">
              <a:defRPr sz="2250" b="1">
                <a:solidFill>
                  <a:srgbClr val="14634B"/>
                </a:solidFill>
              </a:defRPr>
            </a:lvl4pPr>
            <a:lvl5pPr algn="l">
              <a:defRPr sz="2250" b="1">
                <a:solidFill>
                  <a:srgbClr val="14634B"/>
                </a:solidFill>
              </a:defRPr>
            </a:lvl5pPr>
            <a:lvl6pPr algn="l">
              <a:defRPr sz="2250" b="1">
                <a:solidFill>
                  <a:srgbClr val="14634B"/>
                </a:solidFill>
              </a:defRPr>
            </a:lvl6pPr>
            <a:lvl7pPr algn="l">
              <a:defRPr sz="2250" b="1">
                <a:solidFill>
                  <a:srgbClr val="14634B"/>
                </a:solidFill>
              </a:defRPr>
            </a:lvl7pPr>
            <a:lvl8pPr algn="l">
              <a:defRPr sz="2250" b="1">
                <a:solidFill>
                  <a:srgbClr val="14634B"/>
                </a:solidFill>
              </a:defRPr>
            </a:lvl8pPr>
            <a:lvl9pPr algn="l">
              <a:defRPr sz="22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634B"/>
                </a:solidFill>
              </a:defRPr>
            </a:pPr>
            <a:r>
              <a:rPr sz="2250" b="1">
                <a:solidFill>
                  <a:srgbClr val="14634B"/>
                </a:solidFill>
              </a:rPr>
              <a:t>量測欄位</a:t>
            </a:r>
          </a:p>
        </p:txBody>
      </p:sp>
      <p:sp>
        <p:nvSpPr>
          <p:cNvPr id="7" name="模型版本、輸入範圍、成功呼叫耗時、token 與退回">
            <a:extLst xmlns:a="http://schemas.openxmlformats.org/drawingml/2006/main">
              <a:ext uri="{FF2B5EF4-FFF2-40B4-BE49-F238E27FC236}">
                <a16:creationId xmlns:a16="http://schemas.microsoft.com/office/drawing/2014/main" id="{263276E3-A2DC-49BB-BE44-FA42FA0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模型版本、輸入範圍、成功呼叫耗時、token 與退回原因</a:t>
            </a:r>
          </a:p>
        </p:txBody>
      </p:sp>
    </p:spTree>
    <p:extLst>
      <p:ext uri="{BB962C8B-B14F-4D97-AF65-F5344CB8AC3E}">
        <p14:creationId xmlns:p14="http://schemas.microsoft.com/office/powerpoint/2010/main" val="1898868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部署與測試證據">
            <a:extLst xmlns:a="http://schemas.openxmlformats.org/drawingml/2006/main">
              <a:ext uri="{FF2B5EF4-FFF2-40B4-BE49-F238E27FC236}">
                <a16:creationId xmlns:a16="http://schemas.microsoft.com/office/drawing/2014/main" id="{6BE773DC-5DAD-44F6-8408-39F5729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部署與測試證據</a:t>
            </a:r>
          </a:p>
        </p:txBody>
      </p:sp>
      <p:sp>
        <p:nvSpPr>
          <p:cNvPr id="2" name="公開路由、本機交易測試與手機驗收各自留證">
            <a:extLst xmlns:a="http://schemas.openxmlformats.org/drawingml/2006/main">
              <a:ext uri="{FF2B5EF4-FFF2-40B4-BE49-F238E27FC236}">
                <a16:creationId xmlns:a16="http://schemas.microsoft.com/office/drawing/2014/main" id="{5E7FDD84-D9BB-4B75-A037-4BCC9503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公開路由、本機交易測試與手機驗收各自留證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7EC055FB-993B-4CA6-B572-2FD7F01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A5ADC0C8-4320-4D58-A49A-737B865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defRPr sz="1350" b="1">
                <a:solidFill>
                  <a:srgbClr val="14634B"/>
                </a:solidFill>
              </a:defRPr>
            </a:lvl1pPr>
            <a:lvl2pPr algn="l">
              <a:defRPr sz="1350" b="1">
                <a:solidFill>
                  <a:srgbClr val="14634B"/>
                </a:solidFill>
              </a:defRPr>
            </a:lvl2pPr>
            <a:lvl3pPr algn="l">
              <a:defRPr sz="1350" b="1">
                <a:solidFill>
                  <a:srgbClr val="14634B"/>
                </a:solidFill>
              </a:defRPr>
            </a:lvl3pPr>
            <a:lvl4pPr algn="l">
              <a:defRPr sz="1350" b="1">
                <a:solidFill>
                  <a:srgbClr val="14634B"/>
                </a:solidFill>
              </a:defRPr>
            </a:lvl4pPr>
            <a:lvl5pPr algn="l">
              <a:defRPr sz="1350" b="1">
                <a:solidFill>
                  <a:srgbClr val="14634B"/>
                </a:solidFill>
              </a:defRPr>
            </a:lvl5pPr>
            <a:lvl6pPr algn="l">
              <a:defRPr sz="1350" b="1">
                <a:solidFill>
                  <a:srgbClr val="14634B"/>
                </a:solidFill>
              </a:defRPr>
            </a:lvl6pPr>
            <a:lvl7pPr algn="l">
              <a:defRPr sz="1350" b="1">
                <a:solidFill>
                  <a:srgbClr val="14634B"/>
                </a:solidFill>
              </a:defRPr>
            </a:lvl7pPr>
            <a:lvl8pPr algn="l">
              <a:defRPr sz="1350" b="1">
                <a:solidFill>
                  <a:srgbClr val="14634B"/>
                </a:solidFill>
              </a:defRPr>
            </a:lvl8pPr>
            <a:lvl9pPr algn="l"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11</a:t>
            </a:r>
          </a:p>
        </p:txBody>
      </p:sp>
      <p:sp>
        <p:nvSpPr>
          <p:cNvPr id="5" name="186 passed / 0 skipped">
            <a:extLst xmlns:a="http://schemas.openxmlformats.org/drawingml/2006/main">
              <a:ext uri="{FF2B5EF4-FFF2-40B4-BE49-F238E27FC236}">
                <a16:creationId xmlns:a16="http://schemas.microsoft.com/office/drawing/2014/main" id="{21318EB0-5F4E-48F0-BAF9-D86B850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4634B"/>
                </a:solidFill>
              </a:defRPr>
            </a:defPPr>
            <a:lvl1pPr algn="l">
              <a:defRPr sz="3600" b="1">
                <a:solidFill>
                  <a:srgbClr val="14634B"/>
                </a:solidFill>
              </a:defRPr>
            </a:lvl1pPr>
            <a:lvl2pPr algn="l">
              <a:defRPr sz="3600" b="1">
                <a:solidFill>
                  <a:srgbClr val="14634B"/>
                </a:solidFill>
              </a:defRPr>
            </a:lvl2pPr>
            <a:lvl3pPr algn="l">
              <a:defRPr sz="3600" b="1">
                <a:solidFill>
                  <a:srgbClr val="14634B"/>
                </a:solidFill>
              </a:defRPr>
            </a:lvl3pPr>
            <a:lvl4pPr algn="l">
              <a:defRPr sz="3600" b="1">
                <a:solidFill>
                  <a:srgbClr val="14634B"/>
                </a:solidFill>
              </a:defRPr>
            </a:lvl4pPr>
            <a:lvl5pPr algn="l">
              <a:defRPr sz="3600" b="1">
                <a:solidFill>
                  <a:srgbClr val="14634B"/>
                </a:solidFill>
              </a:defRPr>
            </a:lvl5pPr>
            <a:lvl6pPr algn="l">
              <a:defRPr sz="3600" b="1">
                <a:solidFill>
                  <a:srgbClr val="14634B"/>
                </a:solidFill>
              </a:defRPr>
            </a:lvl6pPr>
            <a:lvl7pPr algn="l">
              <a:defRPr sz="3600" b="1">
                <a:solidFill>
                  <a:srgbClr val="14634B"/>
                </a:solidFill>
              </a:defRPr>
            </a:lvl7pPr>
            <a:lvl8pPr algn="l">
              <a:defRPr sz="3600" b="1">
                <a:solidFill>
                  <a:srgbClr val="14634B"/>
                </a:solidFill>
              </a:defRPr>
            </a:lvl8pPr>
            <a:lvl9pPr algn="l">
              <a:defRPr sz="36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4634B"/>
                </a:solidFill>
              </a:defRPr>
            </a:pPr>
            <a:r>
              <a:rPr sz="3600" b="1">
                <a:solidFill>
                  <a:srgbClr val="14634B"/>
                </a:solidFill>
              </a:rPr>
              <a:t>186 passed / 0 skipped</a:t>
            </a:r>
          </a:p>
        </p:txBody>
      </p:sp>
      <p:sp>
        <p:nvSpPr>
          <p:cNvPr id="6" name="同版本機隔離資料庫測試，涵蓋回滾與庫存併發">
            <a:extLst xmlns:a="http://schemas.openxmlformats.org/drawingml/2006/main">
              <a:ext uri="{FF2B5EF4-FFF2-40B4-BE49-F238E27FC236}">
                <a16:creationId xmlns:a16="http://schemas.microsoft.com/office/drawing/2014/main" id="{98DDDC83-9BBE-4C62-8C6D-1770E232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795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同版本機隔離資料庫測試，涵蓋回滾與庫存併發</a:t>
            </a:r>
          </a:p>
        </p:txBody>
      </p:sp>
      <p:sp>
        <p:nvSpPr>
          <p:cNvPr id="7" name="1,240 筆 D4 合成事件">
            <a:extLst xmlns:a="http://schemas.openxmlformats.org/drawingml/2006/main">
              <a:ext uri="{FF2B5EF4-FFF2-40B4-BE49-F238E27FC236}">
                <a16:creationId xmlns:a16="http://schemas.microsoft.com/office/drawing/2014/main" id="{34E32D67-FF01-4593-AAA5-68D30C0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14634B"/>
                </a:solidFill>
              </a:defRPr>
            </a:defPPr>
            <a:lvl1pPr algn="l">
              <a:defRPr sz="2775" b="1">
                <a:solidFill>
                  <a:srgbClr val="14634B"/>
                </a:solidFill>
              </a:defRPr>
            </a:lvl1pPr>
            <a:lvl2pPr algn="l">
              <a:defRPr sz="2775" b="1">
                <a:solidFill>
                  <a:srgbClr val="14634B"/>
                </a:solidFill>
              </a:defRPr>
            </a:lvl2pPr>
            <a:lvl3pPr algn="l">
              <a:defRPr sz="2775" b="1">
                <a:solidFill>
                  <a:srgbClr val="14634B"/>
                </a:solidFill>
              </a:defRPr>
            </a:lvl3pPr>
            <a:lvl4pPr algn="l">
              <a:defRPr sz="2775" b="1">
                <a:solidFill>
                  <a:srgbClr val="14634B"/>
                </a:solidFill>
              </a:defRPr>
            </a:lvl4pPr>
            <a:lvl5pPr algn="l">
              <a:defRPr sz="2775" b="1">
                <a:solidFill>
                  <a:srgbClr val="14634B"/>
                </a:solidFill>
              </a:defRPr>
            </a:lvl5pPr>
            <a:lvl6pPr algn="l">
              <a:defRPr sz="2775" b="1">
                <a:solidFill>
                  <a:srgbClr val="14634B"/>
                </a:solidFill>
              </a:defRPr>
            </a:lvl6pPr>
            <a:lvl7pPr algn="l">
              <a:defRPr sz="2775" b="1">
                <a:solidFill>
                  <a:srgbClr val="14634B"/>
                </a:solidFill>
              </a:defRPr>
            </a:lvl7pPr>
            <a:lvl8pPr algn="l">
              <a:defRPr sz="2775" b="1">
                <a:solidFill>
                  <a:srgbClr val="14634B"/>
                </a:solidFill>
              </a:defRPr>
            </a:lvl8pPr>
            <a:lvl9pPr algn="l">
              <a:defRPr sz="27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4634B"/>
                </a:solidFill>
              </a:defRPr>
            </a:pPr>
            <a:r>
              <a:rPr sz="2775" b="1">
                <a:solidFill>
                  <a:srgbClr val="14634B"/>
                </a:solidFill>
              </a:rPr>
              <a:t>1,240 筆 D4 合成事件</a:t>
            </a:r>
          </a:p>
        </p:txBody>
      </p:sp>
      <p:sp>
        <p:nvSpPr>
          <p:cNvPr id="8" name="缺漏 0，重送新增 0，排除歸因漏標 0">
            <a:extLst xmlns:a="http://schemas.openxmlformats.org/drawingml/2006/main">
              <a:ext uri="{FF2B5EF4-FFF2-40B4-BE49-F238E27FC236}">
                <a16:creationId xmlns:a16="http://schemas.microsoft.com/office/drawing/2014/main" id="{D9EB0E0F-F821-473F-895B-1A99228A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缺漏 0，重送新增 0，排除歸因漏標 0</a:t>
            </a:r>
          </a:p>
        </p:txBody>
      </p:sp>
      <p:sp>
        <p:nvSpPr>
          <p:cNvPr id="9" name="Firebase Hosting / Cloud R">
            <a:extLst xmlns:a="http://schemas.openxmlformats.org/drawingml/2006/main">
              <a:ext uri="{FF2B5EF4-FFF2-40B4-BE49-F238E27FC236}">
                <a16:creationId xmlns:a16="http://schemas.microsoft.com/office/drawing/2014/main" id="{25B976C7-1F0E-4489-9C25-1273305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22D3A"/>
                </a:solidFill>
              </a:defRPr>
            </a:defPPr>
            <a:lvl1pPr algn="l">
              <a:defRPr sz="2100" b="1">
                <a:solidFill>
                  <a:srgbClr val="122D3A"/>
                </a:solidFill>
              </a:defRPr>
            </a:lvl1pPr>
            <a:lvl2pPr algn="l">
              <a:defRPr sz="2100" b="1">
                <a:solidFill>
                  <a:srgbClr val="122D3A"/>
                </a:solidFill>
              </a:defRPr>
            </a:lvl2pPr>
            <a:lvl3pPr algn="l">
              <a:defRPr sz="2100" b="1">
                <a:solidFill>
                  <a:srgbClr val="122D3A"/>
                </a:solidFill>
              </a:defRPr>
            </a:lvl3pPr>
            <a:lvl4pPr algn="l">
              <a:defRPr sz="2100" b="1">
                <a:solidFill>
                  <a:srgbClr val="122D3A"/>
                </a:solidFill>
              </a:defRPr>
            </a:lvl4pPr>
            <a:lvl5pPr algn="l">
              <a:defRPr sz="2100" b="1">
                <a:solidFill>
                  <a:srgbClr val="122D3A"/>
                </a:solidFill>
              </a:defRPr>
            </a:lvl5pPr>
            <a:lvl6pPr algn="l">
              <a:defRPr sz="2100" b="1">
                <a:solidFill>
                  <a:srgbClr val="122D3A"/>
                </a:solidFill>
              </a:defRPr>
            </a:lvl6pPr>
            <a:lvl7pPr algn="l">
              <a:defRPr sz="2100" b="1">
                <a:solidFill>
                  <a:srgbClr val="122D3A"/>
                </a:solidFill>
              </a:defRPr>
            </a:lvl7pPr>
            <a:lvl8pPr algn="l">
              <a:defRPr sz="2100" b="1">
                <a:solidFill>
                  <a:srgbClr val="122D3A"/>
                </a:solidFill>
              </a:defRPr>
            </a:lvl8pPr>
            <a:lvl9pPr algn="l">
              <a:defRPr sz="2100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D3A"/>
                </a:solidFill>
              </a:defRPr>
            </a:pPr>
            <a:r>
              <a:rPr sz="2100" b="1">
                <a:solidFill>
                  <a:srgbClr val="122D3A"/>
                </a:solidFill>
              </a:rPr>
              <a:t>Firebase Hosting / Cloud Run / Atlas</a:t>
            </a:r>
          </a:p>
        </p:txBody>
      </p:sp>
      <p:sp>
        <p:nvSpPr>
          <p:cNvPr id="10" name="完整正式角色、交易與手機實機驗收待補">
            <a:extLst xmlns:a="http://schemas.openxmlformats.org/drawingml/2006/main">
              <a:ext uri="{FF2B5EF4-FFF2-40B4-BE49-F238E27FC236}">
                <a16:creationId xmlns:a16="http://schemas.microsoft.com/office/drawing/2014/main" id="{C9E8B76C-FEB1-4138-8156-7D403DF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完整正式角色、交易與手機實機驗收待補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1C8D4-841C-4BAC-98B9-8B97D861A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433f69d97415f"/>
          <a:stretch xmlns:a="http://schemas.openxmlformats.org/drawingml/2006/main"/>
        </p:blipFill>
        <p:spPr>
          <a:xfrm xmlns:a="http://schemas.openxmlformats.org/drawingml/2006/main">
            <a:off x="9307798" y="1857375"/>
            <a:ext cx="1929828" cy="4343400"/>
          </a:xfrm>
          <a:prstGeom xmlns:a="http://schemas.openxmlformats.org/drawingml/2006/main" prst="rect">
            <a:avLst/>
          </a:prstGeom>
        </p:spPr>
      </p:pic>
      <p:sp>
        <p:nvSpPr>
          <p:cNvPr id="12" name="390×844 瀏覽器窄視窗">
            <a:extLst xmlns:a="http://schemas.openxmlformats.org/drawingml/2006/main">
              <a:ext uri="{FF2B5EF4-FFF2-40B4-BE49-F238E27FC236}">
                <a16:creationId xmlns:a16="http://schemas.microsoft.com/office/drawing/2014/main" id="{1F101FAE-D6C8-4819-A19F-0ABB76A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9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defRPr sz="1200" b="0">
                <a:solidFill>
                  <a:srgbClr val="536760"/>
                </a:solidFill>
              </a:defRPr>
            </a:lvl1pPr>
            <a:lvl2pPr algn="l">
              <a:defRPr sz="1200" b="0">
                <a:solidFill>
                  <a:srgbClr val="536760"/>
                </a:solidFill>
              </a:defRPr>
            </a:lvl2pPr>
            <a:lvl3pPr algn="l">
              <a:defRPr sz="1200" b="0">
                <a:solidFill>
                  <a:srgbClr val="536760"/>
                </a:solidFill>
              </a:defRPr>
            </a:lvl3pPr>
            <a:lvl4pPr algn="l">
              <a:defRPr sz="1200" b="0">
                <a:solidFill>
                  <a:srgbClr val="536760"/>
                </a:solidFill>
              </a:defRPr>
            </a:lvl4pPr>
            <a:lvl5pPr algn="l">
              <a:defRPr sz="1200" b="0">
                <a:solidFill>
                  <a:srgbClr val="536760"/>
                </a:solidFill>
              </a:defRPr>
            </a:lvl5pPr>
            <a:lvl6pPr algn="l">
              <a:defRPr sz="1200" b="0">
                <a:solidFill>
                  <a:srgbClr val="536760"/>
                </a:solidFill>
              </a:defRPr>
            </a:lvl6pPr>
            <a:lvl7pPr algn="l">
              <a:defRPr sz="1200" b="0">
                <a:solidFill>
                  <a:srgbClr val="536760"/>
                </a:solidFill>
              </a:defRPr>
            </a:lvl7pPr>
            <a:lvl8pPr algn="l">
              <a:defRPr sz="1200" b="0">
                <a:solidFill>
                  <a:srgbClr val="536760"/>
                </a:solidFill>
              </a:defRPr>
            </a:lvl8pPr>
            <a:lvl9pPr algn="l"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390×844 瀏覽器窄視窗</a:t>
            </a:r>
          </a:p>
        </p:txBody>
      </p:sp>
    </p:spTree>
    <p:extLst>
      <p:ext uri="{BB962C8B-B14F-4D97-AF65-F5344CB8AC3E}">
        <p14:creationId xmlns:p14="http://schemas.microsoft.com/office/powerpoint/2010/main" val="1817916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F917F-618C-409D-A525-853B0AA2C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25bb372c347e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浮水印淡化遮罩">
            <a:extLst xmlns:a="http://schemas.openxmlformats.org/drawingml/2006/main">
              <a:ext uri="{FF2B5EF4-FFF2-40B4-BE49-F238E27FC236}">
                <a16:creationId xmlns:a16="http://schemas.microsoft.com/office/drawing/2014/main" id="{43A31324-0331-4E21-ACF8-D237B878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成果、團隊與後續工作">
            <a:extLst xmlns:a="http://schemas.openxmlformats.org/drawingml/2006/main">
              <a:ext uri="{FF2B5EF4-FFF2-40B4-BE49-F238E27FC236}">
                <a16:creationId xmlns:a16="http://schemas.microsoft.com/office/drawing/2014/main" id="{5F0B7C54-32A3-4835-A9AE-BC684EF2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defRPr sz="3300" b="1">
                <a:solidFill>
                  <a:srgbClr val="17342E"/>
                </a:solidFill>
              </a:defRPr>
            </a:lvl1pPr>
            <a:lvl2pPr algn="l">
              <a:defRPr sz="3300" b="1">
                <a:solidFill>
                  <a:srgbClr val="17342E"/>
                </a:solidFill>
              </a:defRPr>
            </a:lvl2pPr>
            <a:lvl3pPr algn="l">
              <a:defRPr sz="3300" b="1">
                <a:solidFill>
                  <a:srgbClr val="17342E"/>
                </a:solidFill>
              </a:defRPr>
            </a:lvl3pPr>
            <a:lvl4pPr algn="l">
              <a:defRPr sz="3300" b="1">
                <a:solidFill>
                  <a:srgbClr val="17342E"/>
                </a:solidFill>
              </a:defRPr>
            </a:lvl4pPr>
            <a:lvl5pPr algn="l">
              <a:defRPr sz="3300" b="1">
                <a:solidFill>
                  <a:srgbClr val="17342E"/>
                </a:solidFill>
              </a:defRPr>
            </a:lvl5pPr>
            <a:lvl6pPr algn="l">
              <a:defRPr sz="3300" b="1">
                <a:solidFill>
                  <a:srgbClr val="17342E"/>
                </a:solidFill>
              </a:defRPr>
            </a:lvl6pPr>
            <a:lvl7pPr algn="l">
              <a:defRPr sz="3300" b="1">
                <a:solidFill>
                  <a:srgbClr val="17342E"/>
                </a:solidFill>
              </a:defRPr>
            </a:lvl7pPr>
            <a:lvl8pPr algn="l">
              <a:defRPr sz="3300" b="1">
                <a:solidFill>
                  <a:srgbClr val="17342E"/>
                </a:solidFill>
              </a:defRPr>
            </a:lvl8pPr>
            <a:lvl9pPr algn="l"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成果、團隊與後續工作</a:t>
            </a:r>
          </a:p>
        </p:txBody>
      </p:sp>
      <p:sp>
        <p:nvSpPr>
          <p:cNvPr id="4" name="已交付的資料、流程與證據，持續補足正式驗收">
            <a:extLst xmlns:a="http://schemas.openxmlformats.org/drawingml/2006/main">
              <a:ext uri="{FF2B5EF4-FFF2-40B4-BE49-F238E27FC236}">
                <a16:creationId xmlns:a16="http://schemas.microsoft.com/office/drawing/2014/main" id="{D13971BE-2DCF-4FB2-A438-272D152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defRPr sz="1800" b="0">
                <a:solidFill>
                  <a:srgbClr val="536760"/>
                </a:solidFill>
              </a:defRPr>
            </a:lvl1pPr>
            <a:lvl2pPr algn="l">
              <a:defRPr sz="1800" b="0">
                <a:solidFill>
                  <a:srgbClr val="536760"/>
                </a:solidFill>
              </a:defRPr>
            </a:lvl2pPr>
            <a:lvl3pPr algn="l">
              <a:defRPr sz="1800" b="0">
                <a:solidFill>
                  <a:srgbClr val="536760"/>
                </a:solidFill>
              </a:defRPr>
            </a:lvl3pPr>
            <a:lvl4pPr algn="l">
              <a:defRPr sz="1800" b="0">
                <a:solidFill>
                  <a:srgbClr val="536760"/>
                </a:solidFill>
              </a:defRPr>
            </a:lvl4pPr>
            <a:lvl5pPr algn="l">
              <a:defRPr sz="1800" b="0">
                <a:solidFill>
                  <a:srgbClr val="536760"/>
                </a:solidFill>
              </a:defRPr>
            </a:lvl5pPr>
            <a:lvl6pPr algn="l">
              <a:defRPr sz="1800" b="0">
                <a:solidFill>
                  <a:srgbClr val="536760"/>
                </a:solidFill>
              </a:defRPr>
            </a:lvl6pPr>
            <a:lvl7pPr algn="l">
              <a:defRPr sz="1800" b="0">
                <a:solidFill>
                  <a:srgbClr val="536760"/>
                </a:solidFill>
              </a:defRPr>
            </a:lvl7pPr>
            <a:lvl8pPr algn="l">
              <a:defRPr sz="1800" b="0">
                <a:solidFill>
                  <a:srgbClr val="536760"/>
                </a:solidFill>
              </a:defRPr>
            </a:lvl8pPr>
            <a:lvl9pPr algn="l"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已交付的資料、流程與證據，持續補足正式驗收</a:t>
            </a:r>
          </a:p>
        </p:txBody>
      </p:sp>
      <p:sp>
        <p:nvSpPr>
          <p:cNvPr id="5" name="目前成果">
            <a:extLst xmlns:a="http://schemas.openxmlformats.org/drawingml/2006/main">
              <a:ext uri="{FF2B5EF4-FFF2-40B4-BE49-F238E27FC236}">
                <a16:creationId xmlns:a16="http://schemas.microsoft.com/office/drawing/2014/main" id="{412B0888-BF7F-4102-8BC6-ABB007E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目前成果</a:t>
            </a:r>
          </a:p>
        </p:txBody>
      </p:sp>
      <p:sp>
        <p:nvSpPr>
          <p:cNvPr id="6" name="商品／SKU 與網站資料對帳&#10;購物服務與本機交易測試">
            <a:extLst xmlns:a="http://schemas.openxmlformats.org/drawingml/2006/main">
              <a:ext uri="{FF2B5EF4-FFF2-40B4-BE49-F238E27FC236}">
                <a16:creationId xmlns:a16="http://schemas.microsoft.com/office/drawing/2014/main" id="{7CF18606-16A3-4482-B8D3-B3ACF95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5095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商品／SKU 與網站資料對帳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購物服務與本機交易測試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D4 合成事件與重送驗證</a:t>
            </a:r>
          </a:p>
        </p:txBody>
      </p:sp>
      <p:sp>
        <p:nvSpPr>
          <p:cNvPr id="7" name="下一步">
            <a:extLst xmlns:a="http://schemas.openxmlformats.org/drawingml/2006/main">
              <a:ext uri="{FF2B5EF4-FFF2-40B4-BE49-F238E27FC236}">
                <a16:creationId xmlns:a16="http://schemas.microsoft.com/office/drawing/2014/main" id="{0171241F-CCC8-49EC-A286-1DA719A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defRPr sz="2400" b="1">
                <a:solidFill>
                  <a:srgbClr val="14634B"/>
                </a:solidFill>
              </a:defRPr>
            </a:lvl1pPr>
            <a:lvl2pPr algn="l">
              <a:defRPr sz="2400" b="1">
                <a:solidFill>
                  <a:srgbClr val="14634B"/>
                </a:solidFill>
              </a:defRPr>
            </a:lvl2pPr>
            <a:lvl3pPr algn="l">
              <a:defRPr sz="2400" b="1">
                <a:solidFill>
                  <a:srgbClr val="14634B"/>
                </a:solidFill>
              </a:defRPr>
            </a:lvl3pPr>
            <a:lvl4pPr algn="l">
              <a:defRPr sz="2400" b="1">
                <a:solidFill>
                  <a:srgbClr val="14634B"/>
                </a:solidFill>
              </a:defRPr>
            </a:lvl4pPr>
            <a:lvl5pPr algn="l">
              <a:defRPr sz="2400" b="1">
                <a:solidFill>
                  <a:srgbClr val="14634B"/>
                </a:solidFill>
              </a:defRPr>
            </a:lvl5pPr>
            <a:lvl6pPr algn="l">
              <a:defRPr sz="2400" b="1">
                <a:solidFill>
                  <a:srgbClr val="14634B"/>
                </a:solidFill>
              </a:defRPr>
            </a:lvl6pPr>
            <a:lvl7pPr algn="l">
              <a:defRPr sz="2400" b="1">
                <a:solidFill>
                  <a:srgbClr val="14634B"/>
                </a:solidFill>
              </a:defRPr>
            </a:lvl7pPr>
            <a:lvl8pPr algn="l">
              <a:defRPr sz="2400" b="1">
                <a:solidFill>
                  <a:srgbClr val="14634B"/>
                </a:solidFill>
              </a:defRPr>
            </a:lvl8pPr>
            <a:lvl9pPr algn="l"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下一步</a:t>
            </a:r>
          </a:p>
        </p:txBody>
      </p:sp>
      <p:sp>
        <p:nvSpPr>
          <p:cNvPr id="8" name="正式同版會員與交易驗收&#10;真模型、D5 後台寫入與稽核">
            <a:extLst xmlns:a="http://schemas.openxmlformats.org/drawingml/2006/main">
              <a:ext uri="{FF2B5EF4-FFF2-40B4-BE49-F238E27FC236}">
                <a16:creationId xmlns:a16="http://schemas.microsoft.com/office/drawing/2014/main" id="{4AE67785-C980-4C86-ACD0-4DBAF48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51911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defRPr sz="2025" b="0">
                <a:solidFill>
                  <a:srgbClr val="17342E"/>
                </a:solidFill>
              </a:defRPr>
            </a:lvl1pPr>
            <a:lvl2pPr algn="l">
              <a:defRPr sz="2025" b="0">
                <a:solidFill>
                  <a:srgbClr val="17342E"/>
                </a:solidFill>
              </a:defRPr>
            </a:lvl2pPr>
            <a:lvl3pPr algn="l">
              <a:defRPr sz="2025" b="0">
                <a:solidFill>
                  <a:srgbClr val="17342E"/>
                </a:solidFill>
              </a:defRPr>
            </a:lvl3pPr>
            <a:lvl4pPr algn="l">
              <a:defRPr sz="2025" b="0">
                <a:solidFill>
                  <a:srgbClr val="17342E"/>
                </a:solidFill>
              </a:defRPr>
            </a:lvl4pPr>
            <a:lvl5pPr algn="l">
              <a:defRPr sz="2025" b="0">
                <a:solidFill>
                  <a:srgbClr val="17342E"/>
                </a:solidFill>
              </a:defRPr>
            </a:lvl5pPr>
            <a:lvl6pPr algn="l">
              <a:defRPr sz="2025" b="0">
                <a:solidFill>
                  <a:srgbClr val="17342E"/>
                </a:solidFill>
              </a:defRPr>
            </a:lvl6pPr>
            <a:lvl7pPr algn="l">
              <a:defRPr sz="2025" b="0">
                <a:solidFill>
                  <a:srgbClr val="17342E"/>
                </a:solidFill>
              </a:defRPr>
            </a:lvl7pPr>
            <a:lvl8pPr algn="l">
              <a:defRPr sz="2025" b="0">
                <a:solidFill>
                  <a:srgbClr val="17342E"/>
                </a:solidFill>
              </a:defRPr>
            </a:lvl8pPr>
            <a:lvl9pPr algn="l"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正式同版會員與交易驗收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真模型、D5 後台寫入與稽核</a:t>
            </a:r>
          </a:p>
          <a:p xmlns:a="http://schemas.openxmlformats.org/drawingml/2006/main">
            <a:pPr algn="l"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跨裝置素材、排練及最終簽收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ACF53-544C-404B-8973-ECB68CEA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defRPr sz="2025" b="0">
                <a:solidFill>
                  <a:srgbClr val="14634B"/>
                </a:solidFill>
              </a:defRPr>
            </a:lvl1pPr>
            <a:lvl2pPr algn="l">
              <a:defRPr sz="2025" b="0">
                <a:solidFill>
                  <a:srgbClr val="14634B"/>
                </a:solidFill>
              </a:defRPr>
            </a:lvl2pPr>
            <a:lvl3pPr algn="l">
              <a:defRPr sz="2025" b="0">
                <a:solidFill>
                  <a:srgbClr val="14634B"/>
                </a:solidFill>
              </a:defRPr>
            </a:lvl3pPr>
            <a:lvl4pPr algn="l">
              <a:defRPr sz="2025" b="0">
                <a:solidFill>
                  <a:srgbClr val="14634B"/>
                </a:solidFill>
              </a:defRPr>
            </a:lvl4pPr>
            <a:lvl5pPr algn="l">
              <a:defRPr sz="2025" b="0">
                <a:solidFill>
                  <a:srgbClr val="14634B"/>
                </a:solidFill>
              </a:defRPr>
            </a:lvl5pPr>
            <a:lvl6pPr algn="l">
              <a:defRPr sz="2025" b="0">
                <a:solidFill>
                  <a:srgbClr val="14634B"/>
                </a:solidFill>
              </a:defRPr>
            </a:lvl6pPr>
            <a:lvl7pPr algn="l">
              <a:defRPr sz="2025" b="0">
                <a:solidFill>
                  <a:srgbClr val="14634B"/>
                </a:solidFill>
              </a:defRPr>
            </a:lvl7pPr>
            <a:lvl8pPr algn="l">
              <a:defRPr sz="2025" b="0">
                <a:solidFill>
                  <a:srgbClr val="14634B"/>
                </a:solidFill>
              </a:defRPr>
            </a:lvl8pPr>
            <a:lvl9pPr algn="l"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aff860ea12f4791"/>
              </a:rPr>
              <a:t>汪文彥 SAM</a:t>
            </a:r>
          </a:p>
        </p:txBody>
      </p:sp>
      <p:sp>
        <p:nvSpPr>
          <p:cNvPr id="10" name="106084164">
            <a:extLst xmlns:a="http://schemas.openxmlformats.org/drawingml/2006/main">
              <a:ext uri="{FF2B5EF4-FFF2-40B4-BE49-F238E27FC236}">
                <a16:creationId xmlns:a16="http://schemas.microsoft.com/office/drawing/2014/main" id="{2FBE8F4D-CE30-4839-ADB8-800A155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defRPr sz="1575" b="0">
                <a:solidFill>
                  <a:srgbClr val="536760"/>
                </a:solidFill>
              </a:defRPr>
            </a:lvl1pPr>
            <a:lvl2pPr algn="l">
              <a:defRPr sz="1575" b="0">
                <a:solidFill>
                  <a:srgbClr val="536760"/>
                </a:solidFill>
              </a:defRPr>
            </a:lvl2pPr>
            <a:lvl3pPr algn="l">
              <a:defRPr sz="1575" b="0">
                <a:solidFill>
                  <a:srgbClr val="536760"/>
                </a:solidFill>
              </a:defRPr>
            </a:lvl3pPr>
            <a:lvl4pPr algn="l">
              <a:defRPr sz="1575" b="0">
                <a:solidFill>
                  <a:srgbClr val="536760"/>
                </a:solidFill>
              </a:defRPr>
            </a:lvl4pPr>
            <a:lvl5pPr algn="l">
              <a:defRPr sz="1575" b="0">
                <a:solidFill>
                  <a:srgbClr val="536760"/>
                </a:solidFill>
              </a:defRPr>
            </a:lvl5pPr>
            <a:lvl6pPr algn="l">
              <a:defRPr sz="1575" b="0">
                <a:solidFill>
                  <a:srgbClr val="536760"/>
                </a:solidFill>
              </a:defRPr>
            </a:lvl6pPr>
            <a:lvl7pPr algn="l">
              <a:defRPr sz="1575" b="0">
                <a:solidFill>
                  <a:srgbClr val="536760"/>
                </a:solidFill>
              </a:defRPr>
            </a:lvl7pPr>
            <a:lvl8pPr algn="l">
              <a:defRPr sz="1575" b="0">
                <a:solidFill>
                  <a:srgbClr val="536760"/>
                </a:solidFill>
              </a:defRPr>
            </a:lvl8pPr>
            <a:lvl9pPr algn="l"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106084164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AB8BB-79C4-4845-B984-01B9EC3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defRPr sz="1500" b="0">
                <a:solidFill>
                  <a:srgbClr val="14634B"/>
                </a:solidFill>
              </a:defRPr>
            </a:lvl1pPr>
            <a:lvl2pPr algn="l">
              <a:defRPr sz="1500" b="0">
                <a:solidFill>
                  <a:srgbClr val="14634B"/>
                </a:solidFill>
              </a:defRPr>
            </a:lvl2pPr>
            <a:lvl3pPr algn="l">
              <a:defRPr sz="1500" b="0">
                <a:solidFill>
                  <a:srgbClr val="14634B"/>
                </a:solidFill>
              </a:defRPr>
            </a:lvl3pPr>
            <a:lvl4pPr algn="l">
              <a:defRPr sz="1500" b="0">
                <a:solidFill>
                  <a:srgbClr val="14634B"/>
                </a:solidFill>
              </a:defRPr>
            </a:lvl4pPr>
            <a:lvl5pPr algn="l">
              <a:defRPr sz="1500" b="0">
                <a:solidFill>
                  <a:srgbClr val="14634B"/>
                </a:solidFill>
              </a:defRPr>
            </a:lvl5pPr>
            <a:lvl6pPr algn="l">
              <a:defRPr sz="1500" b="0">
                <a:solidFill>
                  <a:srgbClr val="14634B"/>
                </a:solidFill>
              </a:defRPr>
            </a:lvl6pPr>
            <a:lvl7pPr algn="l">
              <a:defRPr sz="1500" b="0">
                <a:solidFill>
                  <a:srgbClr val="14634B"/>
                </a:solidFill>
              </a:defRPr>
            </a:lvl7pPr>
            <a:lvl8pPr algn="l">
              <a:defRPr sz="1500" b="0">
                <a:solidFill>
                  <a:srgbClr val="14634B"/>
                </a:solidFill>
              </a:defRPr>
            </a:lvl8pPr>
            <a:lvl9pPr algn="l"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937a534b441407f"/>
              </a:rPr>
              <a:t>cashsam@gmail.com</a:t>
            </a:r>
          </a:p>
        </p:txBody>
      </p:sp>
      <p:sp>
        <p:nvSpPr>
          <p:cNvPr id="12" name="資料庫、測試、整合與交付">
            <a:extLst xmlns:a="http://schemas.openxmlformats.org/drawingml/2006/main">
              <a:ext uri="{FF2B5EF4-FFF2-40B4-BE49-F238E27FC236}">
                <a16:creationId xmlns:a16="http://schemas.microsoft.com/office/drawing/2014/main" id="{B1884C6E-CE77-4D9E-ABD1-29C14F2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defRPr sz="1500" b="0">
                <a:solidFill>
                  <a:srgbClr val="17342E"/>
                </a:solidFill>
              </a:defRPr>
            </a:lvl1pPr>
            <a:lvl2pPr algn="l">
              <a:defRPr sz="1500" b="0">
                <a:solidFill>
                  <a:srgbClr val="17342E"/>
                </a:solidFill>
              </a:defRPr>
            </a:lvl2pPr>
            <a:lvl3pPr algn="l">
              <a:defRPr sz="1500" b="0">
                <a:solidFill>
                  <a:srgbClr val="17342E"/>
                </a:solidFill>
              </a:defRPr>
            </a:lvl3pPr>
            <a:lvl4pPr algn="l">
              <a:defRPr sz="1500" b="0">
                <a:solidFill>
                  <a:srgbClr val="17342E"/>
                </a:solidFill>
              </a:defRPr>
            </a:lvl4pPr>
            <a:lvl5pPr algn="l">
              <a:defRPr sz="1500" b="0">
                <a:solidFill>
                  <a:srgbClr val="17342E"/>
                </a:solidFill>
              </a:defRPr>
            </a:lvl5pPr>
            <a:lvl6pPr algn="l">
              <a:defRPr sz="1500" b="0">
                <a:solidFill>
                  <a:srgbClr val="17342E"/>
                </a:solidFill>
              </a:defRPr>
            </a:lvl6pPr>
            <a:lvl7pPr algn="l">
              <a:defRPr sz="1500" b="0">
                <a:solidFill>
                  <a:srgbClr val="17342E"/>
                </a:solidFill>
              </a:defRPr>
            </a:lvl7pPr>
            <a:lvl8pPr algn="l">
              <a:defRPr sz="1500" b="0">
                <a:solidFill>
                  <a:srgbClr val="17342E"/>
                </a:solidFill>
              </a:defRPr>
            </a:lvl8pPr>
            <a:lvl9pPr algn="l"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資料庫、測試、整合與交付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B939-3FE5-4659-BD58-8E21F70A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defRPr sz="2025" b="0">
                <a:solidFill>
                  <a:srgbClr val="14634B"/>
                </a:solidFill>
              </a:defRPr>
            </a:lvl1pPr>
            <a:lvl2pPr algn="l">
              <a:defRPr sz="2025" b="0">
                <a:solidFill>
                  <a:srgbClr val="14634B"/>
                </a:solidFill>
              </a:defRPr>
            </a:lvl2pPr>
            <a:lvl3pPr algn="l">
              <a:defRPr sz="2025" b="0">
                <a:solidFill>
                  <a:srgbClr val="14634B"/>
                </a:solidFill>
              </a:defRPr>
            </a:lvl3pPr>
            <a:lvl4pPr algn="l">
              <a:defRPr sz="2025" b="0">
                <a:solidFill>
                  <a:srgbClr val="14634B"/>
                </a:solidFill>
              </a:defRPr>
            </a:lvl4pPr>
            <a:lvl5pPr algn="l">
              <a:defRPr sz="2025" b="0">
                <a:solidFill>
                  <a:srgbClr val="14634B"/>
                </a:solidFill>
              </a:defRPr>
            </a:lvl5pPr>
            <a:lvl6pPr algn="l">
              <a:defRPr sz="2025" b="0">
                <a:solidFill>
                  <a:srgbClr val="14634B"/>
                </a:solidFill>
              </a:defRPr>
            </a:lvl6pPr>
            <a:lvl7pPr algn="l">
              <a:defRPr sz="2025" b="0">
                <a:solidFill>
                  <a:srgbClr val="14634B"/>
                </a:solidFill>
              </a:defRPr>
            </a:lvl7pPr>
            <a:lvl8pPr algn="l">
              <a:defRPr sz="2025" b="0">
                <a:solidFill>
                  <a:srgbClr val="14634B"/>
                </a:solidFill>
              </a:defRPr>
            </a:lvl8pPr>
            <a:lvl9pPr algn="l"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89f5edd7612413f"/>
              </a:rPr>
              <a:t>陳仁千 REN</a:t>
            </a:r>
          </a:p>
        </p:txBody>
      </p:sp>
      <p:sp>
        <p:nvSpPr>
          <p:cNvPr id="14" name="105910496">
            <a:extLst xmlns:a="http://schemas.openxmlformats.org/drawingml/2006/main">
              <a:ext uri="{FF2B5EF4-FFF2-40B4-BE49-F238E27FC236}">
                <a16:creationId xmlns:a16="http://schemas.microsoft.com/office/drawing/2014/main" id="{E8D13E23-17F5-4BE9-9BF6-16DA60E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defRPr sz="1575" b="0">
                <a:solidFill>
                  <a:srgbClr val="536760"/>
                </a:solidFill>
              </a:defRPr>
            </a:lvl1pPr>
            <a:lvl2pPr algn="l">
              <a:defRPr sz="1575" b="0">
                <a:solidFill>
                  <a:srgbClr val="536760"/>
                </a:solidFill>
              </a:defRPr>
            </a:lvl2pPr>
            <a:lvl3pPr algn="l">
              <a:defRPr sz="1575" b="0">
                <a:solidFill>
                  <a:srgbClr val="536760"/>
                </a:solidFill>
              </a:defRPr>
            </a:lvl3pPr>
            <a:lvl4pPr algn="l">
              <a:defRPr sz="1575" b="0">
                <a:solidFill>
                  <a:srgbClr val="536760"/>
                </a:solidFill>
              </a:defRPr>
            </a:lvl4pPr>
            <a:lvl5pPr algn="l">
              <a:defRPr sz="1575" b="0">
                <a:solidFill>
                  <a:srgbClr val="536760"/>
                </a:solidFill>
              </a:defRPr>
            </a:lvl5pPr>
            <a:lvl6pPr algn="l">
              <a:defRPr sz="1575" b="0">
                <a:solidFill>
                  <a:srgbClr val="536760"/>
                </a:solidFill>
              </a:defRPr>
            </a:lvl6pPr>
            <a:lvl7pPr algn="l">
              <a:defRPr sz="1575" b="0">
                <a:solidFill>
                  <a:srgbClr val="536760"/>
                </a:solidFill>
              </a:defRPr>
            </a:lvl7pPr>
            <a:lvl8pPr algn="l">
              <a:defRPr sz="1575" b="0">
                <a:solidFill>
                  <a:srgbClr val="536760"/>
                </a:solidFill>
              </a:defRPr>
            </a:lvl8pPr>
            <a:lvl9pPr algn="l"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105910496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6F61B-03C9-48C4-AB9D-ED5C4F5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defRPr sz="1500" b="0">
                <a:solidFill>
                  <a:srgbClr val="14634B"/>
                </a:solidFill>
              </a:defRPr>
            </a:lvl1pPr>
            <a:lvl2pPr algn="l">
              <a:defRPr sz="1500" b="0">
                <a:solidFill>
                  <a:srgbClr val="14634B"/>
                </a:solidFill>
              </a:defRPr>
            </a:lvl2pPr>
            <a:lvl3pPr algn="l">
              <a:defRPr sz="1500" b="0">
                <a:solidFill>
                  <a:srgbClr val="14634B"/>
                </a:solidFill>
              </a:defRPr>
            </a:lvl3pPr>
            <a:lvl4pPr algn="l">
              <a:defRPr sz="1500" b="0">
                <a:solidFill>
                  <a:srgbClr val="14634B"/>
                </a:solidFill>
              </a:defRPr>
            </a:lvl4pPr>
            <a:lvl5pPr algn="l">
              <a:defRPr sz="1500" b="0">
                <a:solidFill>
                  <a:srgbClr val="14634B"/>
                </a:solidFill>
              </a:defRPr>
            </a:lvl5pPr>
            <a:lvl6pPr algn="l">
              <a:defRPr sz="1500" b="0">
                <a:solidFill>
                  <a:srgbClr val="14634B"/>
                </a:solidFill>
              </a:defRPr>
            </a:lvl6pPr>
            <a:lvl7pPr algn="l">
              <a:defRPr sz="1500" b="0">
                <a:solidFill>
                  <a:srgbClr val="14634B"/>
                </a:solidFill>
              </a:defRPr>
            </a:lvl7pPr>
            <a:lvl8pPr algn="l">
              <a:defRPr sz="1500" b="0">
                <a:solidFill>
                  <a:srgbClr val="14634B"/>
                </a:solidFill>
              </a:defRPr>
            </a:lvl8pPr>
            <a:lvl9pPr algn="l"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f3ff650d1bf44da9"/>
              </a:rPr>
              <a:t>chen2000401@gmail.com</a:t>
            </a:r>
          </a:p>
        </p:txBody>
      </p:sp>
      <p:sp>
        <p:nvSpPr>
          <p:cNvPr id="16" name="會員、購物車與訂單">
            <a:extLst xmlns:a="http://schemas.openxmlformats.org/drawingml/2006/main">
              <a:ext uri="{FF2B5EF4-FFF2-40B4-BE49-F238E27FC236}">
                <a16:creationId xmlns:a16="http://schemas.microsoft.com/office/drawing/2014/main" id="{41C93BEF-B1D2-4ED1-A225-37D7948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defRPr sz="1500" b="0">
                <a:solidFill>
                  <a:srgbClr val="17342E"/>
                </a:solidFill>
              </a:defRPr>
            </a:lvl1pPr>
            <a:lvl2pPr algn="l">
              <a:defRPr sz="1500" b="0">
                <a:solidFill>
                  <a:srgbClr val="17342E"/>
                </a:solidFill>
              </a:defRPr>
            </a:lvl2pPr>
            <a:lvl3pPr algn="l">
              <a:defRPr sz="1500" b="0">
                <a:solidFill>
                  <a:srgbClr val="17342E"/>
                </a:solidFill>
              </a:defRPr>
            </a:lvl3pPr>
            <a:lvl4pPr algn="l">
              <a:defRPr sz="1500" b="0">
                <a:solidFill>
                  <a:srgbClr val="17342E"/>
                </a:solidFill>
              </a:defRPr>
            </a:lvl4pPr>
            <a:lvl5pPr algn="l">
              <a:defRPr sz="1500" b="0">
                <a:solidFill>
                  <a:srgbClr val="17342E"/>
                </a:solidFill>
              </a:defRPr>
            </a:lvl5pPr>
            <a:lvl6pPr algn="l">
              <a:defRPr sz="1500" b="0">
                <a:solidFill>
                  <a:srgbClr val="17342E"/>
                </a:solidFill>
              </a:defRPr>
            </a:lvl6pPr>
            <a:lvl7pPr algn="l">
              <a:defRPr sz="1500" b="0">
                <a:solidFill>
                  <a:srgbClr val="17342E"/>
                </a:solidFill>
              </a:defRPr>
            </a:lvl7pPr>
            <a:lvl8pPr algn="l">
              <a:defRPr sz="1500" b="0">
                <a:solidFill>
                  <a:srgbClr val="17342E"/>
                </a:solidFill>
              </a:defRPr>
            </a:lvl8pPr>
            <a:lvl9pPr algn="l"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會員、購物車與訂單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C1E7D-1B00-4F51-8B72-3814357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767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defRPr sz="2025" b="0">
                <a:solidFill>
                  <a:srgbClr val="14634B"/>
                </a:solidFill>
              </a:defRPr>
            </a:lvl1pPr>
            <a:lvl2pPr algn="l">
              <a:defRPr sz="2025" b="0">
                <a:solidFill>
                  <a:srgbClr val="14634B"/>
                </a:solidFill>
              </a:defRPr>
            </a:lvl2pPr>
            <a:lvl3pPr algn="l">
              <a:defRPr sz="2025" b="0">
                <a:solidFill>
                  <a:srgbClr val="14634B"/>
                </a:solidFill>
              </a:defRPr>
            </a:lvl3pPr>
            <a:lvl4pPr algn="l">
              <a:defRPr sz="2025" b="0">
                <a:solidFill>
                  <a:srgbClr val="14634B"/>
                </a:solidFill>
              </a:defRPr>
            </a:lvl4pPr>
            <a:lvl5pPr algn="l">
              <a:defRPr sz="2025" b="0">
                <a:solidFill>
                  <a:srgbClr val="14634B"/>
                </a:solidFill>
              </a:defRPr>
            </a:lvl5pPr>
            <a:lvl6pPr algn="l">
              <a:defRPr sz="2025" b="0">
                <a:solidFill>
                  <a:srgbClr val="14634B"/>
                </a:solidFill>
              </a:defRPr>
            </a:lvl6pPr>
            <a:lvl7pPr algn="l">
              <a:defRPr sz="2025" b="0">
                <a:solidFill>
                  <a:srgbClr val="14634B"/>
                </a:solidFill>
              </a:defRPr>
            </a:lvl7pPr>
            <a:lvl8pPr algn="l">
              <a:defRPr sz="2025" b="0">
                <a:solidFill>
                  <a:srgbClr val="14634B"/>
                </a:solidFill>
              </a:defRPr>
            </a:lvl8pPr>
            <a:lvl9pPr algn="l"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118e27b2a7e4df1"/>
              </a:rPr>
              <a:t>黃健維 JEFF</a:t>
            </a:r>
          </a:p>
        </p:txBody>
      </p:sp>
      <p:sp>
        <p:nvSpPr>
          <p:cNvPr id="18" name="106104063">
            <a:extLst xmlns:a="http://schemas.openxmlformats.org/drawingml/2006/main">
              <a:ext uri="{FF2B5EF4-FFF2-40B4-BE49-F238E27FC236}">
                <a16:creationId xmlns:a16="http://schemas.microsoft.com/office/drawing/2014/main" id="{5428B6DF-78CA-4414-ADA2-C7ECADBD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defRPr sz="1575" b="0">
                <a:solidFill>
                  <a:srgbClr val="536760"/>
                </a:solidFill>
              </a:defRPr>
            </a:lvl1pPr>
            <a:lvl2pPr algn="l">
              <a:defRPr sz="1575" b="0">
                <a:solidFill>
                  <a:srgbClr val="536760"/>
                </a:solidFill>
              </a:defRPr>
            </a:lvl2pPr>
            <a:lvl3pPr algn="l">
              <a:defRPr sz="1575" b="0">
                <a:solidFill>
                  <a:srgbClr val="536760"/>
                </a:solidFill>
              </a:defRPr>
            </a:lvl3pPr>
            <a:lvl4pPr algn="l">
              <a:defRPr sz="1575" b="0">
                <a:solidFill>
                  <a:srgbClr val="536760"/>
                </a:solidFill>
              </a:defRPr>
            </a:lvl4pPr>
            <a:lvl5pPr algn="l">
              <a:defRPr sz="1575" b="0">
                <a:solidFill>
                  <a:srgbClr val="536760"/>
                </a:solidFill>
              </a:defRPr>
            </a:lvl5pPr>
            <a:lvl6pPr algn="l">
              <a:defRPr sz="1575" b="0">
                <a:solidFill>
                  <a:srgbClr val="536760"/>
                </a:solidFill>
              </a:defRPr>
            </a:lvl6pPr>
            <a:lvl7pPr algn="l">
              <a:defRPr sz="1575" b="0">
                <a:solidFill>
                  <a:srgbClr val="536760"/>
                </a:solidFill>
              </a:defRPr>
            </a:lvl7pPr>
            <a:lvl8pPr algn="l">
              <a:defRPr sz="1575" b="0">
                <a:solidFill>
                  <a:srgbClr val="536760"/>
                </a:solidFill>
              </a:defRPr>
            </a:lvl8pPr>
            <a:lvl9pPr algn="l"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106104063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22CF8-4078-40DF-B13F-4AA0CB4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defRPr sz="1500" b="0">
                <a:solidFill>
                  <a:srgbClr val="14634B"/>
                </a:solidFill>
              </a:defRPr>
            </a:lvl1pPr>
            <a:lvl2pPr algn="l">
              <a:defRPr sz="1500" b="0">
                <a:solidFill>
                  <a:srgbClr val="14634B"/>
                </a:solidFill>
              </a:defRPr>
            </a:lvl2pPr>
            <a:lvl3pPr algn="l">
              <a:defRPr sz="1500" b="0">
                <a:solidFill>
                  <a:srgbClr val="14634B"/>
                </a:solidFill>
              </a:defRPr>
            </a:lvl3pPr>
            <a:lvl4pPr algn="l">
              <a:defRPr sz="1500" b="0">
                <a:solidFill>
                  <a:srgbClr val="14634B"/>
                </a:solidFill>
              </a:defRPr>
            </a:lvl4pPr>
            <a:lvl5pPr algn="l">
              <a:defRPr sz="1500" b="0">
                <a:solidFill>
                  <a:srgbClr val="14634B"/>
                </a:solidFill>
              </a:defRPr>
            </a:lvl5pPr>
            <a:lvl6pPr algn="l">
              <a:defRPr sz="1500" b="0">
                <a:solidFill>
                  <a:srgbClr val="14634B"/>
                </a:solidFill>
              </a:defRPr>
            </a:lvl6pPr>
            <a:lvl7pPr algn="l">
              <a:defRPr sz="1500" b="0">
                <a:solidFill>
                  <a:srgbClr val="14634B"/>
                </a:solidFill>
              </a:defRPr>
            </a:lvl7pPr>
            <a:lvl8pPr algn="l">
              <a:defRPr sz="1500" b="0">
                <a:solidFill>
                  <a:srgbClr val="14634B"/>
                </a:solidFill>
              </a:defRPr>
            </a:lvl8pPr>
            <a:lvl9pPr algn="l"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212de99f4431440f"/>
              </a:rPr>
              <a:t>jeff841117@gmail.com</a:t>
            </a:r>
          </a:p>
        </p:txBody>
      </p:sp>
      <p:sp>
        <p:nvSpPr>
          <p:cNvPr id="20" name="AI 推薦、營運分析與後台">
            <a:extLst xmlns:a="http://schemas.openxmlformats.org/drawingml/2006/main">
              <a:ext uri="{FF2B5EF4-FFF2-40B4-BE49-F238E27FC236}">
                <a16:creationId xmlns:a16="http://schemas.microsoft.com/office/drawing/2014/main" id="{E745DBCC-77B9-4A92-B574-CBA26788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defRPr sz="1500" b="0">
                <a:solidFill>
                  <a:srgbClr val="17342E"/>
                </a:solidFill>
              </a:defRPr>
            </a:lvl1pPr>
            <a:lvl2pPr algn="l">
              <a:defRPr sz="1500" b="0">
                <a:solidFill>
                  <a:srgbClr val="17342E"/>
                </a:solidFill>
              </a:defRPr>
            </a:lvl2pPr>
            <a:lvl3pPr algn="l">
              <a:defRPr sz="1500" b="0">
                <a:solidFill>
                  <a:srgbClr val="17342E"/>
                </a:solidFill>
              </a:defRPr>
            </a:lvl3pPr>
            <a:lvl4pPr algn="l">
              <a:defRPr sz="1500" b="0">
                <a:solidFill>
                  <a:srgbClr val="17342E"/>
                </a:solidFill>
              </a:defRPr>
            </a:lvl4pPr>
            <a:lvl5pPr algn="l">
              <a:defRPr sz="1500" b="0">
                <a:solidFill>
                  <a:srgbClr val="17342E"/>
                </a:solidFill>
              </a:defRPr>
            </a:lvl5pPr>
            <a:lvl6pPr algn="l">
              <a:defRPr sz="1500" b="0">
                <a:solidFill>
                  <a:srgbClr val="17342E"/>
                </a:solidFill>
              </a:defRPr>
            </a:lvl6pPr>
            <a:lvl7pPr algn="l">
              <a:defRPr sz="1500" b="0">
                <a:solidFill>
                  <a:srgbClr val="17342E"/>
                </a:solidFill>
              </a:defRPr>
            </a:lvl7pPr>
            <a:lvl8pPr algn="l">
              <a:defRPr sz="1500" b="0">
                <a:solidFill>
                  <a:srgbClr val="17342E"/>
                </a:solidFill>
              </a:defRPr>
            </a:lvl8pPr>
            <a:lvl9pPr algn="l"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AI 推薦、營運分析與後台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8F2C5-DBBA-467D-8B59-166A828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defRPr sz="1650" b="0">
                <a:solidFill>
                  <a:srgbClr val="536760"/>
                </a:solidFill>
              </a:defRPr>
            </a:lvl1pPr>
            <a:lvl2pPr algn="l">
              <a:defRPr sz="1650" b="0">
                <a:solidFill>
                  <a:srgbClr val="536760"/>
                </a:solidFill>
              </a:defRPr>
            </a:lvl2pPr>
            <a:lvl3pPr algn="l">
              <a:defRPr sz="1650" b="0">
                <a:solidFill>
                  <a:srgbClr val="536760"/>
                </a:solidFill>
              </a:defRPr>
            </a:lvl3pPr>
            <a:lvl4pPr algn="l">
              <a:defRPr sz="1650" b="0">
                <a:solidFill>
                  <a:srgbClr val="536760"/>
                </a:solidFill>
              </a:defRPr>
            </a:lvl4pPr>
            <a:lvl5pPr algn="l">
              <a:defRPr sz="1650" b="0">
                <a:solidFill>
                  <a:srgbClr val="536760"/>
                </a:solidFill>
              </a:defRPr>
            </a:lvl5pPr>
            <a:lvl6pPr algn="l">
              <a:defRPr sz="1650" b="0">
                <a:solidFill>
                  <a:srgbClr val="536760"/>
                </a:solidFill>
              </a:defRPr>
            </a:lvl6pPr>
            <a:lvl7pPr algn="l">
              <a:defRPr sz="1650" b="0">
                <a:solidFill>
                  <a:srgbClr val="536760"/>
                </a:solidFill>
              </a:defRPr>
            </a:lvl7pPr>
            <a:lvl8pPr algn="l">
              <a:defRPr sz="1650" b="0">
                <a:solidFill>
                  <a:srgbClr val="536760"/>
                </a:solidFill>
              </a:defRPr>
            </a:lvl8pPr>
            <a:lvl9pPr algn="l"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3cbf1d64d06442f"/>
              </a:rPr>
              <a:t>指導講師：簡志璁 Alvin　fcaibialvin@gmail.com</a:t>
            </a:r>
          </a:p>
        </p:txBody>
      </p:sp>
      <p:sp>
        <p:nvSpPr>
          <p:cNvPr id="22" name="Q &amp; A">
            <a:extLst xmlns:a="http://schemas.openxmlformats.org/drawingml/2006/main">
              <a:ext uri="{FF2B5EF4-FFF2-40B4-BE49-F238E27FC236}">
                <a16:creationId xmlns:a16="http://schemas.microsoft.com/office/drawing/2014/main" id="{7CC79D8A-36C4-4915-B1CC-9043DB0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defRPr sz="2550" b="1">
                <a:solidFill>
                  <a:srgbClr val="14634B"/>
                </a:solidFill>
              </a:defRPr>
            </a:lvl1pPr>
            <a:lvl2pPr algn="l">
              <a:defRPr sz="2550" b="1">
                <a:solidFill>
                  <a:srgbClr val="14634B"/>
                </a:solidFill>
              </a:defRPr>
            </a:lvl2pPr>
            <a:lvl3pPr algn="l">
              <a:defRPr sz="2550" b="1">
                <a:solidFill>
                  <a:srgbClr val="14634B"/>
                </a:solidFill>
              </a:defRPr>
            </a:lvl3pPr>
            <a:lvl4pPr algn="l">
              <a:defRPr sz="2550" b="1">
                <a:solidFill>
                  <a:srgbClr val="14634B"/>
                </a:solidFill>
              </a:defRPr>
            </a:lvl4pPr>
            <a:lvl5pPr algn="l">
              <a:defRPr sz="2550" b="1">
                <a:solidFill>
                  <a:srgbClr val="14634B"/>
                </a:solidFill>
              </a:defRPr>
            </a:lvl5pPr>
            <a:lvl6pPr algn="l">
              <a:defRPr sz="2550" b="1">
                <a:solidFill>
                  <a:srgbClr val="14634B"/>
                </a:solidFill>
              </a:defRPr>
            </a:lvl6pPr>
            <a:lvl7pPr algn="l">
              <a:defRPr sz="2550" b="1">
                <a:solidFill>
                  <a:srgbClr val="14634B"/>
                </a:solidFill>
              </a:defRPr>
            </a:lvl7pPr>
            <a:lvl8pPr algn="l">
              <a:defRPr sz="2550" b="1">
                <a:solidFill>
                  <a:srgbClr val="14634B"/>
                </a:solidFill>
              </a:defRPr>
            </a:lvl8pPr>
            <a:lvl9pPr algn="l"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56975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2026-10-17T18:06:14.1200000Z</dcterms:created>
  <dcterms:modified xsi:type="dcterms:W3CDTF">2026-10-17T18:06:14.1200000Z</dcterms:modified>
</coreProperties>
</file>