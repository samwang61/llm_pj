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4e730c32bb4786" /><Relationship Type="http://schemas.openxmlformats.org/officeDocument/2006/relationships/extended-properties" Target="/docProps/app.xml" Id="R7b6fe3b7c4534235" /><Relationship Type="http://schemas.openxmlformats.org/officeDocument/2006/relationships/officeDocument" Target="/ppt/presentation.xml" Id="R4021cf21edb04c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7f8b5e1ab44bc"/>
  </p:sldMasterIdLst>
  <p:notesMasterIdLst>
    <p:notesMasterId xmlns:r="http://schemas.openxmlformats.org/officeDocument/2006/relationships" r:id="Ra1497d9fe0bd4852"/>
  </p:notesMasterIdLst>
  <p:sldIdLst>
    <p:sldId xmlns:r="http://schemas.openxmlformats.org/officeDocument/2006/relationships" id="256" r:id="R9e7cecade1614924"/>
    <p:sldId xmlns:r="http://schemas.openxmlformats.org/officeDocument/2006/relationships" id="257" r:id="R09d2cec960bb4802"/>
    <p:sldId xmlns:r="http://schemas.openxmlformats.org/officeDocument/2006/relationships" id="258" r:id="Rbfc0b828a2644081"/>
    <p:sldId xmlns:r="http://schemas.openxmlformats.org/officeDocument/2006/relationships" id="259" r:id="R92f0b71d63794f0d"/>
    <p:sldId xmlns:r="http://schemas.openxmlformats.org/officeDocument/2006/relationships" id="260" r:id="R1b272beee59040fa"/>
    <p:sldId xmlns:r="http://schemas.openxmlformats.org/officeDocument/2006/relationships" id="261" r:id="R56090505780749dd"/>
    <p:sldId xmlns:r="http://schemas.openxmlformats.org/officeDocument/2006/relationships" id="262" r:id="R01178fdf57d6469b"/>
    <p:sldId xmlns:r="http://schemas.openxmlformats.org/officeDocument/2006/relationships" id="263" r:id="Rc5b2a44822614383"/>
    <p:sldId xmlns:r="http://schemas.openxmlformats.org/officeDocument/2006/relationships" id="264" r:id="Rc95b973cf4b14b07"/>
    <p:sldId xmlns:r="http://schemas.openxmlformats.org/officeDocument/2006/relationships" id="265" r:id="R8bef4fcf362342e9"/>
    <p:sldId xmlns:r="http://schemas.openxmlformats.org/officeDocument/2006/relationships" id="266" r:id="Rc7f17fbf300d4e52"/>
    <p:sldId xmlns:r="http://schemas.openxmlformats.org/officeDocument/2006/relationships" id="267" r:id="R9f3dfced276b49b6"/>
    <p:sldId xmlns:r="http://schemas.openxmlformats.org/officeDocument/2006/relationships" id="268" r:id="R02c84917dfbe4b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c744ac22c74f5d" /><Relationship Type="http://schemas.openxmlformats.org/officeDocument/2006/relationships/slideMaster" Target="/ppt/slideMasters/slideMaster1.xml" Id="R84d7f8b5e1ab44bc" /><Relationship Type="http://schemas.openxmlformats.org/officeDocument/2006/relationships/notesMaster" Target="/ppt/notesMasters/notesMaster1.xml" Id="Ra1497d9fe0bd4852" /><Relationship Type="http://schemas.openxmlformats.org/officeDocument/2006/relationships/presProps" Target="/ppt/presProps.xml" Id="Rdd24615246b14a82" /><Relationship Type="http://schemas.openxmlformats.org/officeDocument/2006/relationships/tableStyles" Target="/ppt/tableStyles.xml" Id="Rf323679b3e1d4cd0" /><Relationship Type="http://schemas.openxmlformats.org/officeDocument/2006/relationships/slide" Target="/ppt/slides/slide1.xml" Id="R9e7cecade1614924" /><Relationship Type="http://schemas.openxmlformats.org/officeDocument/2006/relationships/slide" Target="/ppt/slides/slide2.xml" Id="R09d2cec960bb4802" /><Relationship Type="http://schemas.openxmlformats.org/officeDocument/2006/relationships/slide" Target="/ppt/slides/slide3.xml" Id="Rbfc0b828a2644081" /><Relationship Type="http://schemas.openxmlformats.org/officeDocument/2006/relationships/slide" Target="/ppt/slides/slide4.xml" Id="R92f0b71d63794f0d" /><Relationship Type="http://schemas.openxmlformats.org/officeDocument/2006/relationships/slide" Target="/ppt/slides/slide5.xml" Id="R1b272beee59040fa" /><Relationship Type="http://schemas.openxmlformats.org/officeDocument/2006/relationships/slide" Target="/ppt/slides/slide6.xml" Id="R56090505780749dd" /><Relationship Type="http://schemas.openxmlformats.org/officeDocument/2006/relationships/slide" Target="/ppt/slides/slide7.xml" Id="R01178fdf57d6469b" /><Relationship Type="http://schemas.openxmlformats.org/officeDocument/2006/relationships/slide" Target="/ppt/slides/slide8.xml" Id="Rc5b2a44822614383" /><Relationship Type="http://schemas.openxmlformats.org/officeDocument/2006/relationships/slide" Target="/ppt/slides/slide9.xml" Id="Rc95b973cf4b14b07" /><Relationship Type="http://schemas.openxmlformats.org/officeDocument/2006/relationships/slide" Target="/ppt/slides/slide10.xml" Id="R8bef4fcf362342e9" /><Relationship Type="http://schemas.openxmlformats.org/officeDocument/2006/relationships/slide" Target="/ppt/slides/slide11.xml" Id="Rc7f17fbf300d4e52" /><Relationship Type="http://schemas.openxmlformats.org/officeDocument/2006/relationships/slide" Target="/ppt/slides/slide12.xml" Id="R9f3dfced276b49b6" /><Relationship Type="http://schemas.openxmlformats.org/officeDocument/2006/relationships/slide" Target="/ppt/slides/slide13.xml" Id="R02c84917dfbe4b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2fdd2ce3841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5a7928f6b44a88" /><Relationship Type="http://schemas.openxmlformats.org/officeDocument/2006/relationships/notesMaster" Target="/ppt/notesMasters/notesMaster1.xml" Id="Ra4233dfbc45745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0967b940f54885" /><Relationship Type="http://schemas.openxmlformats.org/officeDocument/2006/relationships/notesMaster" Target="/ppt/notesMasters/notesMaster1.xml" Id="Rd2c6ca23994f4f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fbd455bb4046e7" /><Relationship Type="http://schemas.openxmlformats.org/officeDocument/2006/relationships/notesMaster" Target="/ppt/notesMasters/notesMaster1.xml" Id="Rbcd7681c6e5b4a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7724f2f2cf4b0a" /><Relationship Type="http://schemas.openxmlformats.org/officeDocument/2006/relationships/notesMaster" Target="/ppt/notesMasters/notesMaster1.xml" Id="R07cbfe8cd2184b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9ecf36909f4e20" /><Relationship Type="http://schemas.openxmlformats.org/officeDocument/2006/relationships/notesMaster" Target="/ppt/notesMasters/notesMaster1.xml" Id="R60e5b728278f46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d8f877bc744983" /><Relationship Type="http://schemas.openxmlformats.org/officeDocument/2006/relationships/notesMaster" Target="/ppt/notesMasters/notesMaster1.xml" Id="R0c6147959de84e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472c075afb42df" /><Relationship Type="http://schemas.openxmlformats.org/officeDocument/2006/relationships/notesMaster" Target="/ppt/notesMasters/notesMaster1.xml" Id="Rf4bfa17381de4e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72971ddb7f4e2a" /><Relationship Type="http://schemas.openxmlformats.org/officeDocument/2006/relationships/notesMaster" Target="/ppt/notesMasters/notesMaster1.xml" Id="R25e8855b5db64f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06ecdf90fd43a0" /><Relationship Type="http://schemas.openxmlformats.org/officeDocument/2006/relationships/notesMaster" Target="/ppt/notesMasters/notesMaster1.xml" Id="R9d22ca38be6640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ca887baec9496a" /><Relationship Type="http://schemas.openxmlformats.org/officeDocument/2006/relationships/notesMaster" Target="/ppt/notesMasters/notesMaster1.xml" Id="Rabb08356abdd4c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584d3a916140b9" /><Relationship Type="http://schemas.openxmlformats.org/officeDocument/2006/relationships/notesMaster" Target="/ppt/notesMasters/notesMaster1.xml" Id="Rdb6d50c458da40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08b1c2b3664ec4" /><Relationship Type="http://schemas.openxmlformats.org/officeDocument/2006/relationships/notesMaster" Target="/ppt/notesMasters/notesMaster1.xml" Id="R7f152e6454d14e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af3b41c9f54957" /><Relationship Type="http://schemas.openxmlformats.org/officeDocument/2006/relationships/notesMaster" Target="/ppt/notesMasters/notesMaster1.xml" Id="Rd0c89d2f628b4e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開場約 30 秒。我們以超市網購為情境，串接商品、SKU、會員購物與營運數據，探索可解釋推薦及 AI 洞察。圖片為 AI 生成的概念插畫，與系統操作畫面分開。</a:t>
            </a:r>
          </a:p>
          <a:p xmlns:a="http://schemas.openxmlformats.org/drawingml/2006/main">
            <a:r>
              <a:t>來源：https://github.com/SamWang61/LLM_PJ/blob/7affe59b23582940a2b83085c023c4b3b8b7d1e9/README.md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45 秒。消費者需要以分類和關鍵字找到商品並確認規格與價格。管理者需要核對期間營收、熱銷與即時庫存。右圖是有來源紀錄的零流量雲端預覽，屬於商品介面展示，不等於正式版已切換。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https://github.com/SamWang61/LLM_PJ/blob/7affe59b23582940a2b83085c023c4b3b8b7d1e9/README.md</a:t>
            </a:r>
          </a:p>
          <a:p xmlns:a="http://schemas.openxmlformats.org/drawingml/2006/main">
            <a:r>
              <a:t>https://github.com/SamWang61/LLM_PJ/blob/7affe59b23582940a2b83085c023c4b3b8b7d1e9/簡報文件/screenshots/S02-tablet-layout-20261018.md</a:t>
            </a:r>
          </a:p>
          <a:p xmlns:a="http://schemas.openxmlformats.org/drawingml/2006/main">
            <a:r>
              <a:t>截圖對應：S01／S02；圖為 10/18 零流量雲端預覽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秒。Flask 和 Jinja2 組成前後台，會員服務檢查角色與 CSRF，SKU 服務處理購物車及訂單，統計與 AI 讀取有界線的資料。AI 不直接持有任意資料庫執行權限。LangGraph 編排 BGE 與 Claude，正式模型旗標仍需以同版遠端驗收確認。圖中模組與連線可在 PowerPoint 編輯。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https://github.com/SamWang61/LLM_PJ/blob/7affe59b23582940a2b83085c023c4b3b8b7d1e9/docs/FLASK_SKU_AI_INTEGRATION.md</a:t>
            </a:r>
          </a:p>
          <a:p xmlns:a="http://schemas.openxmlformats.org/drawingml/2006/main">
            <a:r>
              <a:t>https://github.com/SamWang61/LLM_PJ/blob/7affe59b23582940a2b83085c023c4b3b8b7d1e9/deploy/README.md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55 秒。336 商品和 SKU 是資料核對快照。3,000 訂單與 8,969 明細來自 D1～D3 合成批次，另有兩筆 demo，不把測試數字說成實際營業績效。D4 1,240 事件包含四事件各 310，全部有 synthetic 與 exclude_from_attribution 標記。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https://github.com/SamWang61/LLM_PJ/blob/7affe59b23582940a2b83085c023c4b3b8b7d1e9/docs/SAM_SCHEMA_AUDIT_2026-10-17.md</a:t>
            </a:r>
          </a:p>
          <a:p xmlns:a="http://schemas.openxmlformats.org/drawingml/2006/main">
            <a:r>
              <a:t>https://github.com/SamWang61/LLM_PJ/blob/7affe59b23582940a2b83085c023c4b3b8b7d1e9/docs/D4_IMPORT_ACCEPTANCE_2026-10-18.md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>截圖對應：S10 schema／關聯／示範標記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55 秒。以刷樂醫生牙刷為例，10/17 截圖中的價格 NT$79、庫存 95 與當時 Atlas 唯讀讀回一致。庫存是當時快照，並非本次重新即時查詢。搜尋同時要檢查有結果與無結果，分類與分頁則保持查詢條件。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https://github.com/SamWang61/LLM_PJ/blob/7affe59b23582940a2b83085c023c4b3b8b7d1e9/docs/SAM_LIVE_CATALOG_AUDIT_2026-10-17.md</a:t>
            </a:r>
          </a:p>
          <a:p xmlns:a="http://schemas.openxmlformats.org/drawingml/2006/main">
            <a:r>
              <a:t>https://github.com/SamWang61/LLM_PJ/blob/7affe59b23582940a2b83085c023c4b3b8b7d1e9/簡報文件/screenshots/S03-product-evidence.md</a:t>
            </a:r>
          </a:p>
          <a:p xmlns:a="http://schemas.openxmlformats.org/drawingml/2006/main">
            <a:r>
              <a:t>截圖對應：S02 搜尋與空結果；S03 商品／SKU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55 秒。左圖為正式網站匿名登入頁，沒有輸入帳密。此圖只呈現入口，登入成功、錯誤帳號、停用、跨裝置與撤權需要各自的 S04 證據。多裝置登入採可獨立撤銷的 session，不以互相踢出代表完成。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https://github.com/SamWang61/LLM_PJ/blob/7affe59b23582940a2b83085c023c4b3b8b7d1e9/docs/REN_AUTH_ORDER.md</a:t>
            </a:r>
          </a:p>
          <a:p xmlns:a="http://schemas.openxmlformats.org/drawingml/2006/main">
            <a:r>
              <a:t>https://github.com/SamWang61/LLM_PJ/blob/7affe59b23582940a2b83085c023c4b3b8b7d1e9/docs/SAM_RELEASE_2026-10-18.md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>截圖對應：S04 驗證待補；此圖來源為 S11 匿名登入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60 秒。選 SKU 後加購，調整數量再示範結帳，交易內建立訂單和明細並扣庫存。expected_revision 防止舊購物車覆寫，checkout_id 與 operation_id 處理相同請求重送。186 項同版本機測試涵蓋 rollback、最後庫存併發與撤權 rollback。正式修訂的完整遠端會員交易仍需補同版證據。沒有金流或物流串接。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https://github.com/SamWang61/LLM_PJ/blob/7affe59b23582940a2b83085c023c4b3b8b7d1e9/docs/FLASK_SKU_AI_INTEGRATION.md</a:t>
            </a:r>
          </a:p>
          <a:p xmlns:a="http://schemas.openxmlformats.org/drawingml/2006/main">
            <a:r>
              <a:t>https://github.com/SamWang61/LLM_PJ/blob/7affe59b23582940a2b83085c023c4b3b8b7d1e9/docs/SAM_RELEASE_2026-10-18.md</a:t>
            </a:r>
          </a:p>
          <a:p xmlns:a="http://schemas.openxmlformats.org/drawingml/2006/main">
            <a:r>
              <a:t>截圖對應：S05 加購／改量／結帳／訂單與失敗情境，待補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60 秒。候選先檢查 active、可推薦與庫存，規則基線提供冷啟動。搜尋文字或最近商品行為形成查詢，配置完成後由 BGE 做 cosine 相似度排序。模型未備妥時保留規則結果。正式 runtime 的 AI 旗標目前關閉，因此此頁講設計與程式流程，不宣稱正式模型已在線上運作。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https://github.com/SamWang61/LLM_PJ/blob/7affe59b23582940a2b83085c023c4b3b8b7d1e9/docs/FLASK_SKU_AI_INTEGRATION.md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>截圖對應：S07 推薦理由／冷啟動情境待補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60 秒。有效營收採已付款且未取消的訂單，平均客單以有效訂單計算，沒有有效訂單時顯示空值。低庫存反映當前可用數量，不能當歷史庫存。S06 同版管理員畫面與資料對帳未齊，這一頁使用可編輯的定義表呈現已實作口徑，沒有填入虛構營收或 KPI。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https://github.com/SamWang61/LLM_PJ/blob/7affe59b23582940a2b83085c023c4b3b8b7d1e9/docs/AI_DASHBOARD.md</a:t>
            </a:r>
          </a:p>
          <a:p xmlns:a="http://schemas.openxmlformats.org/drawingml/2006/main">
            <a:r>
              <a:t>截圖對應：S06 期間篩選／KPI／熱銷，同版操作圖待補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65 秒。規則提供可核對的基線，BGE 處理商品語意相似，Claude 依白名單彙總產生營運說明。三者任務不同，不把相似度與文字摘要當成同一準確率。正式模型和自由提問仍待遠端驗收，不填造耗時、token 或成本。真模型實測需註明配置、輸入、樣本和執行環境。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https://github.com/SamWang61/LLM_PJ/blob/7affe59b23582940a2b83085c023c4b3b8b7d1e9/docs/AI_DASHBOARD.md</a:t>
            </a:r>
          </a:p>
          <a:p xmlns:a="http://schemas.openxmlformats.org/drawingml/2006/main">
            <a:r>
              <a:t>https://github.com/SamWang61/LLM_PJ/blob/7affe59b23582940a2b83085c023c4b3b8b7d1e9/docs/SAM_PROGRESS_CHECKPOINT_2026-10-18.md</a:t>
            </a:r>
          </a:p>
          <a:p xmlns:a="http://schemas.openxmlformats.org/drawingml/2006/main">
            <a:r>
              <a:t>截圖對應：S08 同輸入／實際狀態／耗時／失敗退回，待補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秒。186 passed／0 skipped 為 80513a9 同版本機隔離 MongoDB 測試。D4 1,240 筆 apply、verify 和重送完成，並有 synthetic 排除歸因標記。正式發布紀錄 00013-ds5 在 00:12 為 100% 流量，此次簡報編輯沒有重新讀管理端。右圖為 390×844 瀏覽器窄視窗，不當作手機實機驗收。S09 Actions、S11 管理端與 S12 完整裝置畫面仍需補最終版本。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https://github.com/SamWang61/LLM_PJ/blob/7affe59b23582940a2b83085c023c4b3b8b7d1e9/docs/SAM_RELEASE_2026-10-18.md</a:t>
            </a:r>
          </a:p>
          <a:p xmlns:a="http://schemas.openxmlformats.org/drawingml/2006/main">
            <a:r>
              <a:t>https://github.com/SamWang61/LLM_PJ/blob/7affe59b23582940a2b83085c023c4b3b8b7d1e9/docs/D4_IMPORT_ACCEPTANCE_2026-10-18.md</a:t>
            </a:r>
          </a:p>
          <a:p xmlns:a="http://schemas.openxmlformats.org/drawingml/2006/main">
            <a:r>
              <a:t>https://github.com/SamWang61/LLM_PJ/blob/7affe59b23582940a2b83085c023c4b3b8b7d1e9/簡報文件/screenshots/S02-catalog-evidence.md</a:t>
            </a:r>
          </a:p>
          <a:p xmlns:a="http://schemas.openxmlformats.org/drawingml/2006/main">
            <a:r>
              <a:t>截圖對應：S09 CI、S11 deployment、S12 mobile；右圖僅瀏覽器窄視窗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60～75 秒。本頁區分三種工作。AI 既有模組需完成正式配置、真模型品質與自由提問驗收；D5 的商品、SKU、訂單與會員維護及 180 天稽核、冪等收據仍需實作。金流與物流屬後續擴充提案，尚未確認排程，也沒有實際收款。現有網站功能的正式同版驗收、手機實機及備份復原屬交付前工作，不因列入本頁而延後或視為完成。最新紀錄已有同映像私有環境會員及交易驗收，但不等於正式業務庫與全站最終簽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https://github.com/SamWang61/LLM_PJ/blob/b209c58ada7aaaffc78446b6124206c2392d06e7/docs/SAM_PROGRESS_CHECKPOINT_2026-10-18.md</a:t>
            </a:r>
          </a:p>
          <a:p xmlns:a="http://schemas.openxmlformats.org/drawingml/2006/main">
            <a:r>
              <a:t>https://github.com/SamWang61/LLM_PJ/blob/b209c58ada7aaaffc78446b6124206c2392d06e7/docs/JEFF_ADMIN_UI_DESIGN.md</a:t>
            </a:r>
          </a:p>
          <a:p xmlns:a="http://schemas.openxmlformats.org/drawingml/2006/main">
            <a:r>
              <a:t>https://github.com/SamWang61/LLM_PJ/blob/b209c58ada7aaaffc78446b6124206c2392d06e7/docs/FLASK_SKU_AI_INTEGRATION.md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60 秒。已交付 SKU 資料服務、前後台整合、同版本機交易測試與 D4 批次驗證。後續補齊正式會員交易、真模型、D5 後台寫入與稽核，以及跨裝置素材和最終簽收。合照由使用者提供，原圖置於滿版底層，以白色透明遮罩呈現浮水印。組員與講師的姓名、學號、英文名、Email 見本頁及封面。</a:t>
            </a:r>
          </a:p>
          <a:p xmlns:a="http://schemas.openxmlformats.org/drawingml/2006/main">
            <a:r>
              <a:t>來源：https://github.com/SamWang61/LLM_PJ/blob/7affe59b23582940a2b83085c023c4b3b8b7d1e9/docs/SAM_PROGRESS_CHECKPOINT_2026-10-18.md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c9be4015c4c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e4764e1b849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dd3d6ac5f4a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a4f36d62f41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2fdb5d3024a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5403afee04b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6BA49B-713B-492A-8EFA-2233F5F06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7D989D-AF73-4E76-BE99-5814C860F4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BF0CC-B711-4748-9FF4-2C115DC05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3E8055-462A-4899-992E-3870E529C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CF80BD-9216-4C73-B70A-E52008343B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F3B728-70F3-464B-8584-1FEF170A9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CE01AD-6367-4F2D-8BD2-8753E563DA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76BCBE-41EE-4A63-8C7F-0C7C3585C9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EEBAA4-3EB5-4E2D-993C-7B2B198307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3B05BF-A90A-43BA-B2FD-071CA6EC75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0d6580b0914de0" /><Relationship Type="http://schemas.openxmlformats.org/officeDocument/2006/relationships/slideLayout" Target="/ppt/slideLayouts/slideLayout1.xml" Id="R370a0980c4f74eb2" /><Relationship Type="http://schemas.openxmlformats.org/officeDocument/2006/relationships/slideLayout" Target="/ppt/slideLayouts/slideLayout2.xml" Id="R15afa8c47ee34d4a" /><Relationship Type="http://schemas.openxmlformats.org/officeDocument/2006/relationships/slideLayout" Target="/ppt/slideLayouts/slideLayout3.xml" Id="R1511cfc0639440f6" /><Relationship Type="http://schemas.openxmlformats.org/officeDocument/2006/relationships/slideLayout" Target="/ppt/slideLayouts/slideLayout4.xml" Id="R29849cc9ea7c4b82" /><Relationship Type="http://schemas.openxmlformats.org/officeDocument/2006/relationships/slideLayout" Target="/ppt/slideLayouts/slideLayout5.xml" Id="Rca963c9815aa47c7" /><Relationship Type="http://schemas.openxmlformats.org/officeDocument/2006/relationships/slideLayout" Target="/ppt/slideLayouts/slideLayout6.xml" Id="R6e849c761eeb4c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0a0980c4f74eb2"/>
    <p:sldLayoutId xmlns:r="http://schemas.openxmlformats.org/officeDocument/2006/relationships" id="2147483650" r:id="R15afa8c47ee34d4a"/>
    <p:sldLayoutId xmlns:r="http://schemas.openxmlformats.org/officeDocument/2006/relationships" id="2147483651" r:id="R1511cfc0639440f6"/>
    <p:sldLayoutId xmlns:r="http://schemas.openxmlformats.org/officeDocument/2006/relationships" id="2147483652" r:id="R29849cc9ea7c4b82"/>
    <p:sldLayoutId xmlns:r="http://schemas.openxmlformats.org/officeDocument/2006/relationships" id="2147483653" r:id="Rca963c9815aa47c7"/>
    <p:sldLayoutId xmlns:r="http://schemas.openxmlformats.org/officeDocument/2006/relationships" id="2147483654" r:id="R6e849c761eeb4c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152946f87421d" /><Relationship Type="http://schemas.openxmlformats.org/officeDocument/2006/relationships/image" Target="/ppt/media/image.png" Id="R723479eb886d48c6" /><Relationship Type="http://schemas.openxmlformats.org/officeDocument/2006/relationships/image" Target="/ppt/media/image.jpeg" Id="Rd19579c1acdf4237" /><Relationship Type="http://schemas.openxmlformats.org/officeDocument/2006/relationships/hyperlink" Target="mailto:jeff841117@gmail.com" TargetMode="External" Id="Re977f426e43f4d40" /><Relationship Type="http://schemas.openxmlformats.org/officeDocument/2006/relationships/hyperlink" Target="mailto:jeff841117@gmail.com" TargetMode="External" Id="R1ef1fc20c24a47b5" /><Relationship Type="http://schemas.openxmlformats.org/officeDocument/2006/relationships/hyperlink" Target="mailto:chen2000401@gmail.com" TargetMode="External" Id="Rc5c3448bef5f44db" /><Relationship Type="http://schemas.openxmlformats.org/officeDocument/2006/relationships/hyperlink" Target="mailto:chen2000401@gmail.com" TargetMode="External" Id="R6c5a9d2833134719" /><Relationship Type="http://schemas.openxmlformats.org/officeDocument/2006/relationships/hyperlink" Target="mailto:cashsam@gmail.com" TargetMode="External" Id="R35e6958a7e93440d" /><Relationship Type="http://schemas.openxmlformats.org/officeDocument/2006/relationships/hyperlink" Target="mailto:cashsam@gmail.com" TargetMode="External" Id="R22b7015c029c4f59" /><Relationship Type="http://schemas.openxmlformats.org/officeDocument/2006/relationships/hyperlink" Target="mailto:fcaibialvin@gmail.com" TargetMode="External" Id="Rd255d3d7d6cf4288" /><Relationship Type="http://schemas.openxmlformats.org/officeDocument/2006/relationships/notesSlide" Target="/ppt/notesSlides/notesSlide1.xml" Id="Rff2d67bea38b4d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5d78f5d6b64b32" /><Relationship Type="http://schemas.openxmlformats.org/officeDocument/2006/relationships/image" Target="/ppt/media/image2.png" Id="R4ccad6a1a3f74304" /><Relationship Type="http://schemas.openxmlformats.org/officeDocument/2006/relationships/notesSlide" Target="/ppt/notesSlides/notesSlide2.xml" Id="Rcd005dc2a1d14b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f2209000647df" /><Relationship Type="http://schemas.openxmlformats.org/officeDocument/2006/relationships/notesSlide" Target="/ppt/notesSlides/notesSlide3.xml" Id="R97c99d82ea6a43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e0016b6c44758" /><Relationship Type="http://schemas.openxmlformats.org/officeDocument/2006/relationships/notesSlide" Target="/ppt/notesSlides/notesSlide4.xml" Id="R39e2cdae55ea45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bf45ced5b4070" /><Relationship Type="http://schemas.openxmlformats.org/officeDocument/2006/relationships/image" Target="/ppt/media/image3.png" Id="R82ec060d1ef04cbc" /><Relationship Type="http://schemas.openxmlformats.org/officeDocument/2006/relationships/notesSlide" Target="/ppt/notesSlides/notesSlide5.xml" Id="R3c60d24dcad245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a88664ddd454a" /><Relationship Type="http://schemas.openxmlformats.org/officeDocument/2006/relationships/image" Target="/ppt/media/image2.jpeg" Id="R2589d4bffd5b4a75" /><Relationship Type="http://schemas.openxmlformats.org/officeDocument/2006/relationships/notesSlide" Target="/ppt/notesSlides/notesSlide6.xml" Id="R4c04fe8f32d545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40960fda54120" /><Relationship Type="http://schemas.openxmlformats.org/officeDocument/2006/relationships/notesSlide" Target="/ppt/notesSlides/notesSlide7.xml" Id="Ra398edf7895c48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fbf775e124c73" /><Relationship Type="http://schemas.openxmlformats.org/officeDocument/2006/relationships/notesSlide" Target="/ppt/notesSlides/notesSlide8.xml" Id="R4724f01997d843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e171d942f4fca" /><Relationship Type="http://schemas.openxmlformats.org/officeDocument/2006/relationships/notesSlide" Target="/ppt/notesSlides/notesSlide9.xml" Id="R696fcfde553d47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8df8667b04011" /><Relationship Type="http://schemas.openxmlformats.org/officeDocument/2006/relationships/notesSlide" Target="/ppt/notesSlides/notesSlide10.xml" Id="Rf9e5f5a7a96446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00e6ae31249a9" /><Relationship Type="http://schemas.openxmlformats.org/officeDocument/2006/relationships/image" Target="/ppt/media/image3.jpeg" Id="R8b80c35125d346fe" /><Relationship Type="http://schemas.openxmlformats.org/officeDocument/2006/relationships/notesSlide" Target="/ppt/notesSlides/notesSlide11.xml" Id="R818f924a895449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3a2e105894259" /><Relationship Type="http://schemas.openxmlformats.org/officeDocument/2006/relationships/notesSlide" Target="/ppt/notesSlides/notesSlide12.xml" Id="R3940f445500946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ee84e27e948d9" /><Relationship Type="http://schemas.openxmlformats.org/officeDocument/2006/relationships/image" Target="/ppt/media/image4.jpeg" Id="R70c2f0f504a844a3" /><Relationship Type="http://schemas.openxmlformats.org/officeDocument/2006/relationships/hyperlink" Target="mailto:cashsam@gmail.com" TargetMode="External" Id="R75166fbf55fb4370" /><Relationship Type="http://schemas.openxmlformats.org/officeDocument/2006/relationships/hyperlink" Target="mailto:cashsam@gmail.com" TargetMode="External" Id="Rb1ac8cf7a5414bdc" /><Relationship Type="http://schemas.openxmlformats.org/officeDocument/2006/relationships/hyperlink" Target="mailto:chen2000401@gmail.com" TargetMode="External" Id="Rae0490473092438d" /><Relationship Type="http://schemas.openxmlformats.org/officeDocument/2006/relationships/hyperlink" Target="mailto:chen2000401@gmail.com" TargetMode="External" Id="R9bf518d7e082466a" /><Relationship Type="http://schemas.openxmlformats.org/officeDocument/2006/relationships/hyperlink" Target="mailto:jeff841117@gmail.com" TargetMode="External" Id="R31552b56ea1f4642" /><Relationship Type="http://schemas.openxmlformats.org/officeDocument/2006/relationships/hyperlink" Target="mailto:jeff841117@gmail.com" TargetMode="External" Id="R95b2010ff0f049a5" /><Relationship Type="http://schemas.openxmlformats.org/officeDocument/2006/relationships/hyperlink" Target="mailto:fcaibialvin@gmail.com" TargetMode="External" Id="R5bd2435e80a34d00" /><Relationship Type="http://schemas.openxmlformats.org/officeDocument/2006/relationships/notesSlide" Target="/ppt/notesSlides/notesSlide13.xml" Id="Re05defa5f8c548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F1963-78A7-49FC-97A6-33803D8AA9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479eb886d48c6"/>
          <a:stretch xmlns:a="http://schemas.openxmlformats.org/drawingml/2006/main"/>
        </p:blipFill>
        <p:spPr>
          <a:xfrm xmlns:a="http://schemas.openxmlformats.org/drawingml/2006/main">
            <a:off x="5622554" y="342900"/>
            <a:ext cx="6566642" cy="36957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20FE4-A5EF-48A0-B9EC-22C800BD1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579c1acdf4237"/>
          <a:stretch xmlns:a="http://schemas.openxmlformats.org/drawingml/2006/main"/>
        </p:blipFill>
        <p:spPr>
          <a:xfrm xmlns:a="http://schemas.openxmlformats.org/drawingml/2006/main">
            <a:off x="7239000" y="3991273"/>
            <a:ext cx="4333875" cy="2437805"/>
          </a:xfrm>
          <a:prstGeom xmlns:a="http://schemas.openxmlformats.org/drawingml/2006/main" prst="rect">
            <a:avLst/>
          </a:prstGeom>
        </p:spPr>
      </p:pic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4362A4A4-4443-4F81-A2A2-6650A157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657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550" b="1">
                <a:solidFill>
                  <a:srgbClr val="14634B"/>
                </a:solidFill>
              </a:defRPr>
            </a:defPPr>
            <a:lvl1pPr algn="l">
              <a:buNone/>
              <a:defRPr sz="5550" b="1">
                <a:solidFill>
                  <a:srgbClr val="14634B"/>
                </a:solidFill>
              </a:defRPr>
            </a:lvl1pPr>
            <a:lvl2pPr algn="l">
              <a:buNone/>
              <a:defRPr sz="5550" b="1">
                <a:solidFill>
                  <a:srgbClr val="14634B"/>
                </a:solidFill>
              </a:defRPr>
            </a:lvl2pPr>
            <a:lvl3pPr algn="l">
              <a:buNone/>
              <a:defRPr sz="5550" b="1">
                <a:solidFill>
                  <a:srgbClr val="14634B"/>
                </a:solidFill>
              </a:defRPr>
            </a:lvl3pPr>
            <a:lvl4pPr algn="l">
              <a:buNone/>
              <a:defRPr sz="5550" b="1">
                <a:solidFill>
                  <a:srgbClr val="14634B"/>
                </a:solidFill>
              </a:defRPr>
            </a:lvl4pPr>
            <a:lvl5pPr algn="l">
              <a:buNone/>
              <a:defRPr sz="5550" b="1">
                <a:solidFill>
                  <a:srgbClr val="14634B"/>
                </a:solidFill>
              </a:defRPr>
            </a:lvl5pPr>
            <a:lvl6pPr algn="l">
              <a:buNone/>
              <a:defRPr sz="5550" b="1">
                <a:solidFill>
                  <a:srgbClr val="14634B"/>
                </a:solidFill>
              </a:defRPr>
            </a:lvl6pPr>
            <a:lvl7pPr algn="l">
              <a:buNone/>
              <a:defRPr sz="5550" b="1">
                <a:solidFill>
                  <a:srgbClr val="14634B"/>
                </a:solidFill>
              </a:defRPr>
            </a:lvl7pPr>
            <a:lvl8pPr algn="l">
              <a:buNone/>
              <a:defRPr sz="5550" b="1">
                <a:solidFill>
                  <a:srgbClr val="14634B"/>
                </a:solidFill>
              </a:defRPr>
            </a:lvl8pPr>
            <a:lvl9pPr algn="l">
              <a:buNone/>
              <a:defRPr sz="5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5550" b="1">
                <a:solidFill>
                  <a:srgbClr val="14634B"/>
                </a:solidFill>
              </a:defRPr>
            </a:pPr>
            <a:r>
              <a:rPr sz="5550" b="1">
                <a:solidFill>
                  <a:srgbClr val="14634B"/>
                </a:solidFill>
              </a:rPr>
              <a:t>VibeCart AI</a:t>
            </a:r>
          </a:p>
        </p:txBody>
      </p:sp>
      <p:sp>
        <p:nvSpPr>
          <p:cNvPr id="4" name="智慧購物與營運分析">
            <a:extLst xmlns:a="http://schemas.openxmlformats.org/drawingml/2006/main">
              <a:ext uri="{FF2B5EF4-FFF2-40B4-BE49-F238E27FC236}">
                <a16:creationId xmlns:a16="http://schemas.microsoft.com/office/drawing/2014/main" id="{01867C9A-B6D1-410D-BC78-42575F5A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122D3A"/>
                </a:solidFill>
              </a:defRPr>
            </a:defPPr>
            <a:lvl1pPr algn="l">
              <a:buNone/>
              <a:defRPr sz="3225" b="1">
                <a:solidFill>
                  <a:srgbClr val="122D3A"/>
                </a:solidFill>
              </a:defRPr>
            </a:lvl1pPr>
            <a:lvl2pPr algn="l">
              <a:buNone/>
              <a:defRPr sz="3225" b="1">
                <a:solidFill>
                  <a:srgbClr val="122D3A"/>
                </a:solidFill>
              </a:defRPr>
            </a:lvl2pPr>
            <a:lvl3pPr algn="l">
              <a:buNone/>
              <a:defRPr sz="3225" b="1">
                <a:solidFill>
                  <a:srgbClr val="122D3A"/>
                </a:solidFill>
              </a:defRPr>
            </a:lvl3pPr>
            <a:lvl4pPr algn="l">
              <a:buNone/>
              <a:defRPr sz="3225" b="1">
                <a:solidFill>
                  <a:srgbClr val="122D3A"/>
                </a:solidFill>
              </a:defRPr>
            </a:lvl4pPr>
            <a:lvl5pPr algn="l">
              <a:buNone/>
              <a:defRPr sz="3225" b="1">
                <a:solidFill>
                  <a:srgbClr val="122D3A"/>
                </a:solidFill>
              </a:defRPr>
            </a:lvl5pPr>
            <a:lvl6pPr algn="l">
              <a:buNone/>
              <a:defRPr sz="3225" b="1">
                <a:solidFill>
                  <a:srgbClr val="122D3A"/>
                </a:solidFill>
              </a:defRPr>
            </a:lvl6pPr>
            <a:lvl7pPr algn="l">
              <a:buNone/>
              <a:defRPr sz="3225" b="1">
                <a:solidFill>
                  <a:srgbClr val="122D3A"/>
                </a:solidFill>
              </a:defRPr>
            </a:lvl7pPr>
            <a:lvl8pPr algn="l">
              <a:buNone/>
              <a:defRPr sz="3225" b="1">
                <a:solidFill>
                  <a:srgbClr val="122D3A"/>
                </a:solidFill>
              </a:defRPr>
            </a:lvl8pPr>
            <a:lvl9pPr algn="l">
              <a:buNone/>
              <a:defRPr sz="3225" b="1">
                <a:solidFill>
                  <a:srgbClr val="122D3A"/>
                </a:solidFill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22D3A"/>
                </a:solidFill>
              </a:defRPr>
            </a:pPr>
            <a:r>
              <a:rPr sz="3225" b="1">
                <a:solidFill>
                  <a:srgbClr val="122D3A"/>
                </a:solidFill>
              </a:rPr>
              <a:t>智慧購物與營運分析</a:t>
            </a:r>
          </a:p>
        </p:txBody>
      </p:sp>
      <p:sp>
        <p:nvSpPr>
          <p:cNvPr id="5" name="超市網購 × AI 推薦 × 資料驗證">
            <a:extLst xmlns:a="http://schemas.openxmlformats.org/drawingml/2006/main">
              <a:ext uri="{FF2B5EF4-FFF2-40B4-BE49-F238E27FC236}">
                <a16:creationId xmlns:a16="http://schemas.microsoft.com/office/drawing/2014/main" id="{E6B36C6F-ADC8-43EE-829B-5BA48040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6227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536760"/>
                </a:solidFill>
              </a:defRPr>
            </a:defPPr>
            <a:lvl1pPr algn="l">
              <a:buNone/>
              <a:defRPr sz="1950" b="0">
                <a:solidFill>
                  <a:srgbClr val="536760"/>
                </a:solidFill>
              </a:defRPr>
            </a:lvl1pPr>
            <a:lvl2pPr algn="l">
              <a:buNone/>
              <a:defRPr sz="1950" b="0">
                <a:solidFill>
                  <a:srgbClr val="536760"/>
                </a:solidFill>
              </a:defRPr>
            </a:lvl2pPr>
            <a:lvl3pPr algn="l">
              <a:buNone/>
              <a:defRPr sz="1950" b="0">
                <a:solidFill>
                  <a:srgbClr val="536760"/>
                </a:solidFill>
              </a:defRPr>
            </a:lvl3pPr>
            <a:lvl4pPr algn="l">
              <a:buNone/>
              <a:defRPr sz="1950" b="0">
                <a:solidFill>
                  <a:srgbClr val="536760"/>
                </a:solidFill>
              </a:defRPr>
            </a:lvl4pPr>
            <a:lvl5pPr algn="l">
              <a:buNone/>
              <a:defRPr sz="1950" b="0">
                <a:solidFill>
                  <a:srgbClr val="536760"/>
                </a:solidFill>
              </a:defRPr>
            </a:lvl5pPr>
            <a:lvl6pPr algn="l">
              <a:buNone/>
              <a:defRPr sz="1950" b="0">
                <a:solidFill>
                  <a:srgbClr val="536760"/>
                </a:solidFill>
              </a:defRPr>
            </a:lvl6pPr>
            <a:lvl7pPr algn="l">
              <a:buNone/>
              <a:defRPr sz="1950" b="0">
                <a:solidFill>
                  <a:srgbClr val="536760"/>
                </a:solidFill>
              </a:defRPr>
            </a:lvl7pPr>
            <a:lvl8pPr algn="l">
              <a:buNone/>
              <a:defRPr sz="1950" b="0">
                <a:solidFill>
                  <a:srgbClr val="536760"/>
                </a:solidFill>
              </a:defRPr>
            </a:lvl8pPr>
            <a:lvl9pPr algn="l">
              <a:buNone/>
              <a:defRPr sz="19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36760"/>
                </a:solidFill>
              </a:defRPr>
            </a:pPr>
            <a:r>
              <a:rPr sz="1950" b="0">
                <a:solidFill>
                  <a:srgbClr val="536760"/>
                </a:solidFill>
              </a:rPr>
              <a:t>超市網購 × AI 推薦 × 資料驗證</a:t>
            </a:r>
          </a:p>
        </p:txBody>
      </p:sp>
      <p:sp>
        <p:nvSpPr>
          <p:cNvPr id="6" name="聯成資訊 LLM-2601 第六組">
            <a:extLst xmlns:a="http://schemas.openxmlformats.org/drawingml/2006/main">
              <a:ext uri="{FF2B5EF4-FFF2-40B4-BE49-F238E27FC236}">
                <a16:creationId xmlns:a16="http://schemas.microsoft.com/office/drawing/2014/main" id="{15A2B6E1-F27A-4DE1-937D-8908120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147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14634B"/>
                </a:solidFill>
              </a:defRPr>
            </a:defPPr>
            <a:lvl1pPr algn="l">
              <a:buNone/>
              <a:defRPr sz="1875" b="1">
                <a:solidFill>
                  <a:srgbClr val="14634B"/>
                </a:solidFill>
              </a:defRPr>
            </a:lvl1pPr>
            <a:lvl2pPr algn="l">
              <a:buNone/>
              <a:defRPr sz="1875" b="1">
                <a:solidFill>
                  <a:srgbClr val="14634B"/>
                </a:solidFill>
              </a:defRPr>
            </a:lvl2pPr>
            <a:lvl3pPr algn="l">
              <a:buNone/>
              <a:defRPr sz="1875" b="1">
                <a:solidFill>
                  <a:srgbClr val="14634B"/>
                </a:solidFill>
              </a:defRPr>
            </a:lvl3pPr>
            <a:lvl4pPr algn="l">
              <a:buNone/>
              <a:defRPr sz="1875" b="1">
                <a:solidFill>
                  <a:srgbClr val="14634B"/>
                </a:solidFill>
              </a:defRPr>
            </a:lvl4pPr>
            <a:lvl5pPr algn="l">
              <a:buNone/>
              <a:defRPr sz="1875" b="1">
                <a:solidFill>
                  <a:srgbClr val="14634B"/>
                </a:solidFill>
              </a:defRPr>
            </a:lvl5pPr>
            <a:lvl6pPr algn="l">
              <a:buNone/>
              <a:defRPr sz="1875" b="1">
                <a:solidFill>
                  <a:srgbClr val="14634B"/>
                </a:solidFill>
              </a:defRPr>
            </a:lvl6pPr>
            <a:lvl7pPr algn="l">
              <a:buNone/>
              <a:defRPr sz="1875" b="1">
                <a:solidFill>
                  <a:srgbClr val="14634B"/>
                </a:solidFill>
              </a:defRPr>
            </a:lvl7pPr>
            <a:lvl8pPr algn="l">
              <a:buNone/>
              <a:defRPr sz="1875" b="1">
                <a:solidFill>
                  <a:srgbClr val="14634B"/>
                </a:solidFill>
              </a:defRPr>
            </a:lvl8pPr>
            <a:lvl9pPr algn="l">
              <a:buNone/>
              <a:defRPr sz="1875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4634B"/>
                </a:solidFill>
              </a:defRPr>
            </a:pPr>
            <a:r>
              <a:rPr sz="1875" b="1">
                <a:solidFill>
                  <a:srgbClr val="14634B"/>
                </a:solidFill>
              </a:rPr>
              <a:t>聯成資訊 LLM-2601 第六組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04143-85AF-438F-9A04-68051545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48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4634B"/>
                </a:solidFill>
              </a:defRPr>
            </a:defPPr>
            <a:lvl1pPr algn="l">
              <a:buNone/>
              <a:defRPr sz="1800" b="0">
                <a:solidFill>
                  <a:srgbClr val="14634B"/>
                </a:solidFill>
              </a:defRPr>
            </a:lvl1pPr>
            <a:lvl2pPr algn="l">
              <a:buNone/>
              <a:defRPr sz="1800" b="0">
                <a:solidFill>
                  <a:srgbClr val="14634B"/>
                </a:solidFill>
              </a:defRPr>
            </a:lvl2pPr>
            <a:lvl3pPr algn="l">
              <a:buNone/>
              <a:defRPr sz="1800" b="0">
                <a:solidFill>
                  <a:srgbClr val="14634B"/>
                </a:solidFill>
              </a:defRPr>
            </a:lvl3pPr>
            <a:lvl4pPr algn="l">
              <a:buNone/>
              <a:defRPr sz="1800" b="0">
                <a:solidFill>
                  <a:srgbClr val="14634B"/>
                </a:solidFill>
              </a:defRPr>
            </a:lvl4pPr>
            <a:lvl5pPr algn="l">
              <a:buNone/>
              <a:defRPr sz="1800" b="0">
                <a:solidFill>
                  <a:srgbClr val="14634B"/>
                </a:solidFill>
              </a:defRPr>
            </a:lvl5pPr>
            <a:lvl6pPr algn="l">
              <a:buNone/>
              <a:defRPr sz="1800" b="0">
                <a:solidFill>
                  <a:srgbClr val="14634B"/>
                </a:solidFill>
              </a:defRPr>
            </a:lvl6pPr>
            <a:lvl7pPr algn="l">
              <a:buNone/>
              <a:defRPr sz="1800" b="0">
                <a:solidFill>
                  <a:srgbClr val="14634B"/>
                </a:solidFill>
              </a:defRPr>
            </a:lvl7pPr>
            <a:lvl8pPr algn="l">
              <a:buNone/>
              <a:defRPr sz="1800" b="0">
                <a:solidFill>
                  <a:srgbClr val="14634B"/>
                </a:solidFill>
              </a:defRPr>
            </a:lvl8pPr>
            <a:lvl9pPr algn="l">
              <a:buNone/>
              <a:defRPr sz="18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4634B"/>
                </a:solidFill>
              </a:defRPr>
            </a:pPr>
            <a:r>
              <a:rPr sz="18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e977f426e43f4d40"/>
              </a:rPr>
              <a:t>106104063　黃健維 JEFF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B0B99-9415-4505-BBFE-E2B17C61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5292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buNone/>
              <a:defRPr sz="1500" b="0">
                <a:solidFill>
                  <a:srgbClr val="536760"/>
                </a:solidFill>
              </a:defRPr>
            </a:lvl1pPr>
            <a:lvl2pPr algn="l">
              <a:buNone/>
              <a:defRPr sz="1500" b="0">
                <a:solidFill>
                  <a:srgbClr val="536760"/>
                </a:solidFill>
              </a:defRPr>
            </a:lvl2pPr>
            <a:lvl3pPr algn="l">
              <a:buNone/>
              <a:defRPr sz="1500" b="0">
                <a:solidFill>
                  <a:srgbClr val="536760"/>
                </a:solidFill>
              </a:defRPr>
            </a:lvl3pPr>
            <a:lvl4pPr algn="l">
              <a:buNone/>
              <a:defRPr sz="1500" b="0">
                <a:solidFill>
                  <a:srgbClr val="536760"/>
                </a:solidFill>
              </a:defRPr>
            </a:lvl4pPr>
            <a:lvl5pPr algn="l">
              <a:buNone/>
              <a:defRPr sz="1500" b="0">
                <a:solidFill>
                  <a:srgbClr val="536760"/>
                </a:solidFill>
              </a:defRPr>
            </a:lvl5pPr>
            <a:lvl6pPr algn="l">
              <a:buNone/>
              <a:defRPr sz="1500" b="0">
                <a:solidFill>
                  <a:srgbClr val="536760"/>
                </a:solidFill>
              </a:defRPr>
            </a:lvl6pPr>
            <a:lvl7pPr algn="l">
              <a:buNone/>
              <a:defRPr sz="1500" b="0">
                <a:solidFill>
                  <a:srgbClr val="536760"/>
                </a:solidFill>
              </a:defRPr>
            </a:lvl7pPr>
            <a:lvl8pPr algn="l">
              <a:buNone/>
              <a:defRPr sz="1500" b="0">
                <a:solidFill>
                  <a:srgbClr val="536760"/>
                </a:solidFill>
              </a:defRPr>
            </a:lvl8pPr>
            <a:lvl9pPr algn="l">
              <a:buNone/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36760"/>
                </a:solidFill>
              </a:defRPr>
            </a:pPr>
            <a:r>
              <a:rPr sz="150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1ef1fc20c24a47b5"/>
              </a:rPr>
              <a:t>jeff841117@gmail.com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E6F22-C4E1-4EEA-BD96-091A252A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577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4634B"/>
                </a:solidFill>
              </a:defRPr>
            </a:defPPr>
            <a:lvl1pPr algn="l">
              <a:buNone/>
              <a:defRPr sz="1800" b="0">
                <a:solidFill>
                  <a:srgbClr val="14634B"/>
                </a:solidFill>
              </a:defRPr>
            </a:lvl1pPr>
            <a:lvl2pPr algn="l">
              <a:buNone/>
              <a:defRPr sz="1800" b="0">
                <a:solidFill>
                  <a:srgbClr val="14634B"/>
                </a:solidFill>
              </a:defRPr>
            </a:lvl2pPr>
            <a:lvl3pPr algn="l">
              <a:buNone/>
              <a:defRPr sz="1800" b="0">
                <a:solidFill>
                  <a:srgbClr val="14634B"/>
                </a:solidFill>
              </a:defRPr>
            </a:lvl3pPr>
            <a:lvl4pPr algn="l">
              <a:buNone/>
              <a:defRPr sz="1800" b="0">
                <a:solidFill>
                  <a:srgbClr val="14634B"/>
                </a:solidFill>
              </a:defRPr>
            </a:lvl4pPr>
            <a:lvl5pPr algn="l">
              <a:buNone/>
              <a:defRPr sz="1800" b="0">
                <a:solidFill>
                  <a:srgbClr val="14634B"/>
                </a:solidFill>
              </a:defRPr>
            </a:lvl5pPr>
            <a:lvl6pPr algn="l">
              <a:buNone/>
              <a:defRPr sz="1800" b="0">
                <a:solidFill>
                  <a:srgbClr val="14634B"/>
                </a:solidFill>
              </a:defRPr>
            </a:lvl6pPr>
            <a:lvl7pPr algn="l">
              <a:buNone/>
              <a:defRPr sz="1800" b="0">
                <a:solidFill>
                  <a:srgbClr val="14634B"/>
                </a:solidFill>
              </a:defRPr>
            </a:lvl7pPr>
            <a:lvl8pPr algn="l">
              <a:buNone/>
              <a:defRPr sz="1800" b="0">
                <a:solidFill>
                  <a:srgbClr val="14634B"/>
                </a:solidFill>
              </a:defRPr>
            </a:lvl8pPr>
            <a:lvl9pPr algn="l">
              <a:buNone/>
              <a:defRPr sz="18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4634B"/>
                </a:solidFill>
              </a:defRPr>
            </a:pPr>
            <a:r>
              <a:rPr sz="18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c5c3448bef5f44db"/>
              </a:rPr>
              <a:t>105910496　陳仁千 REN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E4A87-DE01-4273-990B-1F7B30D6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6252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buNone/>
              <a:defRPr sz="1500" b="0">
                <a:solidFill>
                  <a:srgbClr val="536760"/>
                </a:solidFill>
              </a:defRPr>
            </a:lvl1pPr>
            <a:lvl2pPr algn="l">
              <a:buNone/>
              <a:defRPr sz="1500" b="0">
                <a:solidFill>
                  <a:srgbClr val="536760"/>
                </a:solidFill>
              </a:defRPr>
            </a:lvl2pPr>
            <a:lvl3pPr algn="l">
              <a:buNone/>
              <a:defRPr sz="1500" b="0">
                <a:solidFill>
                  <a:srgbClr val="536760"/>
                </a:solidFill>
              </a:defRPr>
            </a:lvl3pPr>
            <a:lvl4pPr algn="l">
              <a:buNone/>
              <a:defRPr sz="1500" b="0">
                <a:solidFill>
                  <a:srgbClr val="536760"/>
                </a:solidFill>
              </a:defRPr>
            </a:lvl4pPr>
            <a:lvl5pPr algn="l">
              <a:buNone/>
              <a:defRPr sz="1500" b="0">
                <a:solidFill>
                  <a:srgbClr val="536760"/>
                </a:solidFill>
              </a:defRPr>
            </a:lvl5pPr>
            <a:lvl6pPr algn="l">
              <a:buNone/>
              <a:defRPr sz="1500" b="0">
                <a:solidFill>
                  <a:srgbClr val="536760"/>
                </a:solidFill>
              </a:defRPr>
            </a:lvl6pPr>
            <a:lvl7pPr algn="l">
              <a:buNone/>
              <a:defRPr sz="1500" b="0">
                <a:solidFill>
                  <a:srgbClr val="536760"/>
                </a:solidFill>
              </a:defRPr>
            </a:lvl7pPr>
            <a:lvl8pPr algn="l">
              <a:buNone/>
              <a:defRPr sz="1500" b="0">
                <a:solidFill>
                  <a:srgbClr val="536760"/>
                </a:solidFill>
              </a:defRPr>
            </a:lvl8pPr>
            <a:lvl9pPr algn="l">
              <a:buNone/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36760"/>
                </a:solidFill>
              </a:defRPr>
            </a:pPr>
            <a:r>
              <a:rPr sz="150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6c5a9d2833134719"/>
              </a:rPr>
              <a:t>chen2000401@gmail.com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5F8A7-6F82-4425-9815-3CB9F473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673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4634B"/>
                </a:solidFill>
              </a:defRPr>
            </a:defPPr>
            <a:lvl1pPr algn="l">
              <a:buNone/>
              <a:defRPr sz="1800" b="0">
                <a:solidFill>
                  <a:srgbClr val="14634B"/>
                </a:solidFill>
              </a:defRPr>
            </a:lvl1pPr>
            <a:lvl2pPr algn="l">
              <a:buNone/>
              <a:defRPr sz="1800" b="0">
                <a:solidFill>
                  <a:srgbClr val="14634B"/>
                </a:solidFill>
              </a:defRPr>
            </a:lvl2pPr>
            <a:lvl3pPr algn="l">
              <a:buNone/>
              <a:defRPr sz="1800" b="0">
                <a:solidFill>
                  <a:srgbClr val="14634B"/>
                </a:solidFill>
              </a:defRPr>
            </a:lvl3pPr>
            <a:lvl4pPr algn="l">
              <a:buNone/>
              <a:defRPr sz="1800" b="0">
                <a:solidFill>
                  <a:srgbClr val="14634B"/>
                </a:solidFill>
              </a:defRPr>
            </a:lvl4pPr>
            <a:lvl5pPr algn="l">
              <a:buNone/>
              <a:defRPr sz="1800" b="0">
                <a:solidFill>
                  <a:srgbClr val="14634B"/>
                </a:solidFill>
              </a:defRPr>
            </a:lvl5pPr>
            <a:lvl6pPr algn="l">
              <a:buNone/>
              <a:defRPr sz="1800" b="0">
                <a:solidFill>
                  <a:srgbClr val="14634B"/>
                </a:solidFill>
              </a:defRPr>
            </a:lvl6pPr>
            <a:lvl7pPr algn="l">
              <a:buNone/>
              <a:defRPr sz="1800" b="0">
                <a:solidFill>
                  <a:srgbClr val="14634B"/>
                </a:solidFill>
              </a:defRPr>
            </a:lvl7pPr>
            <a:lvl8pPr algn="l">
              <a:buNone/>
              <a:defRPr sz="1800" b="0">
                <a:solidFill>
                  <a:srgbClr val="14634B"/>
                </a:solidFill>
              </a:defRPr>
            </a:lvl8pPr>
            <a:lvl9pPr algn="l">
              <a:buNone/>
              <a:defRPr sz="18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4634B"/>
                </a:solidFill>
              </a:defRPr>
            </a:pPr>
            <a:r>
              <a:rPr sz="18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35e6958a7e93440d"/>
              </a:rPr>
              <a:t>106084164　汪文彥 SAM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7BF24-0D7E-4CB7-BB0E-18BC76DE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7212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buNone/>
              <a:defRPr sz="1500" b="0">
                <a:solidFill>
                  <a:srgbClr val="536760"/>
                </a:solidFill>
              </a:defRPr>
            </a:lvl1pPr>
            <a:lvl2pPr algn="l">
              <a:buNone/>
              <a:defRPr sz="1500" b="0">
                <a:solidFill>
                  <a:srgbClr val="536760"/>
                </a:solidFill>
              </a:defRPr>
            </a:lvl2pPr>
            <a:lvl3pPr algn="l">
              <a:buNone/>
              <a:defRPr sz="1500" b="0">
                <a:solidFill>
                  <a:srgbClr val="536760"/>
                </a:solidFill>
              </a:defRPr>
            </a:lvl3pPr>
            <a:lvl4pPr algn="l">
              <a:buNone/>
              <a:defRPr sz="1500" b="0">
                <a:solidFill>
                  <a:srgbClr val="536760"/>
                </a:solidFill>
              </a:defRPr>
            </a:lvl4pPr>
            <a:lvl5pPr algn="l">
              <a:buNone/>
              <a:defRPr sz="1500" b="0">
                <a:solidFill>
                  <a:srgbClr val="536760"/>
                </a:solidFill>
              </a:defRPr>
            </a:lvl5pPr>
            <a:lvl6pPr algn="l">
              <a:buNone/>
              <a:defRPr sz="1500" b="0">
                <a:solidFill>
                  <a:srgbClr val="536760"/>
                </a:solidFill>
              </a:defRPr>
            </a:lvl6pPr>
            <a:lvl7pPr algn="l">
              <a:buNone/>
              <a:defRPr sz="1500" b="0">
                <a:solidFill>
                  <a:srgbClr val="536760"/>
                </a:solidFill>
              </a:defRPr>
            </a:lvl7pPr>
            <a:lvl8pPr algn="l">
              <a:buNone/>
              <a:defRPr sz="1500" b="0">
                <a:solidFill>
                  <a:srgbClr val="536760"/>
                </a:solidFill>
              </a:defRPr>
            </a:lvl8pPr>
            <a:lvl9pPr algn="l">
              <a:buNone/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36760"/>
                </a:solidFill>
              </a:defRPr>
            </a:pPr>
            <a:r>
              <a:rPr sz="150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22b7015c029c4f59"/>
              </a:rPr>
              <a:t>cashsam@gmail.com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3A68D-47E5-4B44-A31E-66FBB1F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057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760"/>
                </a:solidFill>
              </a:defRPr>
            </a:defPPr>
            <a:lvl1pPr algn="l">
              <a:buNone/>
              <a:defRPr sz="1650" b="0">
                <a:solidFill>
                  <a:srgbClr val="536760"/>
                </a:solidFill>
              </a:defRPr>
            </a:lvl1pPr>
            <a:lvl2pPr algn="l">
              <a:buNone/>
              <a:defRPr sz="1650" b="0">
                <a:solidFill>
                  <a:srgbClr val="536760"/>
                </a:solidFill>
              </a:defRPr>
            </a:lvl2pPr>
            <a:lvl3pPr algn="l">
              <a:buNone/>
              <a:defRPr sz="1650" b="0">
                <a:solidFill>
                  <a:srgbClr val="536760"/>
                </a:solidFill>
              </a:defRPr>
            </a:lvl3pPr>
            <a:lvl4pPr algn="l">
              <a:buNone/>
              <a:defRPr sz="1650" b="0">
                <a:solidFill>
                  <a:srgbClr val="536760"/>
                </a:solidFill>
              </a:defRPr>
            </a:lvl4pPr>
            <a:lvl5pPr algn="l">
              <a:buNone/>
              <a:defRPr sz="1650" b="0">
                <a:solidFill>
                  <a:srgbClr val="536760"/>
                </a:solidFill>
              </a:defRPr>
            </a:lvl5pPr>
            <a:lvl6pPr algn="l">
              <a:buNone/>
              <a:defRPr sz="1650" b="0">
                <a:solidFill>
                  <a:srgbClr val="536760"/>
                </a:solidFill>
              </a:defRPr>
            </a:lvl6pPr>
            <a:lvl7pPr algn="l">
              <a:buNone/>
              <a:defRPr sz="1650" b="0">
                <a:solidFill>
                  <a:srgbClr val="536760"/>
                </a:solidFill>
              </a:defRPr>
            </a:lvl7pPr>
            <a:lvl8pPr algn="l">
              <a:buNone/>
              <a:defRPr sz="1650" b="0">
                <a:solidFill>
                  <a:srgbClr val="536760"/>
                </a:solidFill>
              </a:defRPr>
            </a:lvl8pPr>
            <a:lvl9pPr algn="l">
              <a:buNone/>
              <a:defRPr sz="16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760"/>
                </a:solidFill>
              </a:defRPr>
            </a:pPr>
            <a:r>
              <a:rPr sz="165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d255d3d7d6cf4288"/>
              </a:rPr>
              <a:t>指導講師：簡志璁 Alvin　fcaibialvin@gmail.com</a:t>
            </a:r>
          </a:p>
        </p:txBody>
      </p:sp>
      <p:sp>
        <p:nvSpPr>
          <p:cNvPr id="14" name="2026.10.18">
            <a:extLst xmlns:a="http://schemas.openxmlformats.org/drawingml/2006/main">
              <a:ext uri="{FF2B5EF4-FFF2-40B4-BE49-F238E27FC236}">
                <a16:creationId xmlns:a16="http://schemas.microsoft.com/office/drawing/2014/main" id="{39DD769D-3551-47D2-909E-98B70C98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36760"/>
                </a:solidFill>
              </a:defRPr>
            </a:defPPr>
            <a:lvl1pPr algn="l">
              <a:buNone/>
              <a:defRPr sz="1425" b="0">
                <a:solidFill>
                  <a:srgbClr val="536760"/>
                </a:solidFill>
              </a:defRPr>
            </a:lvl1pPr>
            <a:lvl2pPr algn="l">
              <a:buNone/>
              <a:defRPr sz="1425" b="0">
                <a:solidFill>
                  <a:srgbClr val="536760"/>
                </a:solidFill>
              </a:defRPr>
            </a:lvl2pPr>
            <a:lvl3pPr algn="l">
              <a:buNone/>
              <a:defRPr sz="1425" b="0">
                <a:solidFill>
                  <a:srgbClr val="536760"/>
                </a:solidFill>
              </a:defRPr>
            </a:lvl3pPr>
            <a:lvl4pPr algn="l">
              <a:buNone/>
              <a:defRPr sz="1425" b="0">
                <a:solidFill>
                  <a:srgbClr val="536760"/>
                </a:solidFill>
              </a:defRPr>
            </a:lvl4pPr>
            <a:lvl5pPr algn="l">
              <a:buNone/>
              <a:defRPr sz="1425" b="0">
                <a:solidFill>
                  <a:srgbClr val="536760"/>
                </a:solidFill>
              </a:defRPr>
            </a:lvl5pPr>
            <a:lvl6pPr algn="l">
              <a:buNone/>
              <a:defRPr sz="1425" b="0">
                <a:solidFill>
                  <a:srgbClr val="536760"/>
                </a:solidFill>
              </a:defRPr>
            </a:lvl6pPr>
            <a:lvl7pPr algn="l">
              <a:buNone/>
              <a:defRPr sz="1425" b="0">
                <a:solidFill>
                  <a:srgbClr val="536760"/>
                </a:solidFill>
              </a:defRPr>
            </a:lvl7pPr>
            <a:lvl8pPr algn="l">
              <a:buNone/>
              <a:defRPr sz="1425" b="0">
                <a:solidFill>
                  <a:srgbClr val="536760"/>
                </a:solidFill>
              </a:defRPr>
            </a:lvl8pPr>
            <a:lvl9pPr algn="l">
              <a:buNone/>
              <a:defRPr sz="142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760"/>
                </a:solidFill>
              </a:defRPr>
            </a:pPr>
            <a:r>
              <a:rPr sz="1425" b="0">
                <a:solidFill>
                  <a:srgbClr val="536760"/>
                </a:solidFill>
              </a:rPr>
              <a:t>2026.10.18</a:t>
            </a:r>
          </a:p>
        </p:txBody>
      </p:sp>
    </p:spTree>
    <p:extLst>
      <p:ext uri="{BB962C8B-B14F-4D97-AF65-F5344CB8AC3E}">
        <p14:creationId xmlns:p14="http://schemas.microsoft.com/office/powerpoint/2010/main" val="150733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超市網購的使用情境">
            <a:extLst xmlns:a="http://schemas.openxmlformats.org/drawingml/2006/main">
              <a:ext uri="{FF2B5EF4-FFF2-40B4-BE49-F238E27FC236}">
                <a16:creationId xmlns:a16="http://schemas.microsoft.com/office/drawing/2014/main" id="{187D88AF-F8C9-4197-A02C-71921CBB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超市網購的使用情境</a:t>
            </a:r>
          </a:p>
        </p:txBody>
      </p:sp>
      <p:sp>
        <p:nvSpPr>
          <p:cNvPr id="2" name="同一份商品與訂單資料，服務消費者與營運人員">
            <a:extLst xmlns:a="http://schemas.openxmlformats.org/drawingml/2006/main">
              <a:ext uri="{FF2B5EF4-FFF2-40B4-BE49-F238E27FC236}">
                <a16:creationId xmlns:a16="http://schemas.microsoft.com/office/drawing/2014/main" id="{6014B28D-EC31-4209-92F9-3E1E6780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同一份商品與訂單資料，服務消費者與營運人員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B224B85D-BE2A-4555-B554-6DF451D4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485483E3-9329-4038-8BA7-AE9AA313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02</a:t>
            </a:r>
          </a:p>
        </p:txBody>
      </p:sp>
      <p:sp>
        <p:nvSpPr>
          <p:cNvPr id="5" name="消費者">
            <a:extLst xmlns:a="http://schemas.openxmlformats.org/drawingml/2006/main">
              <a:ext uri="{FF2B5EF4-FFF2-40B4-BE49-F238E27FC236}">
                <a16:creationId xmlns:a16="http://schemas.microsoft.com/office/drawing/2014/main" id="{C7C3C2E4-BC64-46EA-8B84-B5B4D81D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4634B"/>
                </a:solidFill>
              </a:defRPr>
            </a:defPPr>
            <a:lvl1pPr algn="l">
              <a:buNone/>
              <a:defRPr sz="2550" b="1">
                <a:solidFill>
                  <a:srgbClr val="14634B"/>
                </a:solidFill>
              </a:defRPr>
            </a:lvl1pPr>
            <a:lvl2pPr algn="l">
              <a:buNone/>
              <a:defRPr sz="2550" b="1">
                <a:solidFill>
                  <a:srgbClr val="14634B"/>
                </a:solidFill>
              </a:defRPr>
            </a:lvl2pPr>
            <a:lvl3pPr algn="l">
              <a:buNone/>
              <a:defRPr sz="2550" b="1">
                <a:solidFill>
                  <a:srgbClr val="14634B"/>
                </a:solidFill>
              </a:defRPr>
            </a:lvl3pPr>
            <a:lvl4pPr algn="l">
              <a:buNone/>
              <a:defRPr sz="2550" b="1">
                <a:solidFill>
                  <a:srgbClr val="14634B"/>
                </a:solidFill>
              </a:defRPr>
            </a:lvl4pPr>
            <a:lvl5pPr algn="l">
              <a:buNone/>
              <a:defRPr sz="2550" b="1">
                <a:solidFill>
                  <a:srgbClr val="14634B"/>
                </a:solidFill>
              </a:defRPr>
            </a:lvl5pPr>
            <a:lvl6pPr algn="l">
              <a:buNone/>
              <a:defRPr sz="2550" b="1">
                <a:solidFill>
                  <a:srgbClr val="14634B"/>
                </a:solidFill>
              </a:defRPr>
            </a:lvl6pPr>
            <a:lvl7pPr algn="l">
              <a:buNone/>
              <a:defRPr sz="2550" b="1">
                <a:solidFill>
                  <a:srgbClr val="14634B"/>
                </a:solidFill>
              </a:defRPr>
            </a:lvl7pPr>
            <a:lvl8pPr algn="l">
              <a:buNone/>
              <a:defRPr sz="2550" b="1">
                <a:solidFill>
                  <a:srgbClr val="14634B"/>
                </a:solidFill>
              </a:defRPr>
            </a:lvl8pPr>
            <a:lvl9pPr algn="l">
              <a:buNone/>
              <a:defRPr sz="2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4634B"/>
                </a:solidFill>
              </a:defRPr>
            </a:pPr>
            <a:r>
              <a:rPr sz="2550" b="1">
                <a:solidFill>
                  <a:srgbClr val="14634B"/>
                </a:solidFill>
              </a:rPr>
              <a:t>消費者</a:t>
            </a:r>
          </a:p>
        </p:txBody>
      </p:sp>
      <p:sp>
        <p:nvSpPr>
          <p:cNvPr id="6" name="分類與關鍵字搜尋&#10;確認商品規格、價格及庫存&#10;登入後管">
            <a:extLst xmlns:a="http://schemas.openxmlformats.org/drawingml/2006/main">
              <a:ext uri="{FF2B5EF4-FFF2-40B4-BE49-F238E27FC236}">
                <a16:creationId xmlns:a16="http://schemas.microsoft.com/office/drawing/2014/main" id="{887EB414-D4DB-43F8-906E-EBC57713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57475"/>
            <a:ext cx="4143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分類與關鍵字搜尋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確認商品規格、價格及庫存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登入後管理購物車與示範訂單</a:t>
            </a:r>
          </a:p>
        </p:txBody>
      </p:sp>
      <p:sp>
        <p:nvSpPr>
          <p:cNvPr id="7" name="營運人員">
            <a:extLst xmlns:a="http://schemas.openxmlformats.org/drawingml/2006/main">
              <a:ext uri="{FF2B5EF4-FFF2-40B4-BE49-F238E27FC236}">
                <a16:creationId xmlns:a16="http://schemas.microsoft.com/office/drawing/2014/main" id="{AA2DD48F-409B-426F-88D9-9A6D70E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4634B"/>
                </a:solidFill>
              </a:defRPr>
            </a:defPPr>
            <a:lvl1pPr algn="l">
              <a:buNone/>
              <a:defRPr sz="2550" b="1">
                <a:solidFill>
                  <a:srgbClr val="14634B"/>
                </a:solidFill>
              </a:defRPr>
            </a:lvl1pPr>
            <a:lvl2pPr algn="l">
              <a:buNone/>
              <a:defRPr sz="2550" b="1">
                <a:solidFill>
                  <a:srgbClr val="14634B"/>
                </a:solidFill>
              </a:defRPr>
            </a:lvl2pPr>
            <a:lvl3pPr algn="l">
              <a:buNone/>
              <a:defRPr sz="2550" b="1">
                <a:solidFill>
                  <a:srgbClr val="14634B"/>
                </a:solidFill>
              </a:defRPr>
            </a:lvl3pPr>
            <a:lvl4pPr algn="l">
              <a:buNone/>
              <a:defRPr sz="2550" b="1">
                <a:solidFill>
                  <a:srgbClr val="14634B"/>
                </a:solidFill>
              </a:defRPr>
            </a:lvl4pPr>
            <a:lvl5pPr algn="l">
              <a:buNone/>
              <a:defRPr sz="2550" b="1">
                <a:solidFill>
                  <a:srgbClr val="14634B"/>
                </a:solidFill>
              </a:defRPr>
            </a:lvl5pPr>
            <a:lvl6pPr algn="l">
              <a:buNone/>
              <a:defRPr sz="2550" b="1">
                <a:solidFill>
                  <a:srgbClr val="14634B"/>
                </a:solidFill>
              </a:defRPr>
            </a:lvl6pPr>
            <a:lvl7pPr algn="l">
              <a:buNone/>
              <a:defRPr sz="2550" b="1">
                <a:solidFill>
                  <a:srgbClr val="14634B"/>
                </a:solidFill>
              </a:defRPr>
            </a:lvl7pPr>
            <a:lvl8pPr algn="l">
              <a:buNone/>
              <a:defRPr sz="2550" b="1">
                <a:solidFill>
                  <a:srgbClr val="14634B"/>
                </a:solidFill>
              </a:defRPr>
            </a:lvl8pPr>
            <a:lvl9pPr algn="l">
              <a:buNone/>
              <a:defRPr sz="2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4634B"/>
                </a:solidFill>
              </a:defRPr>
            </a:pPr>
            <a:r>
              <a:rPr sz="2550" b="1">
                <a:solidFill>
                  <a:srgbClr val="14634B"/>
                </a:solidFill>
              </a:rPr>
              <a:t>營運人員</a:t>
            </a:r>
          </a:p>
        </p:txBody>
      </p:sp>
      <p:sp>
        <p:nvSpPr>
          <p:cNvPr id="8" name="核對期間營收與熱銷&#10;查看低庫存與推薦理由">
            <a:extLst xmlns:a="http://schemas.openxmlformats.org/drawingml/2006/main">
              <a:ext uri="{FF2B5EF4-FFF2-40B4-BE49-F238E27FC236}">
                <a16:creationId xmlns:a16="http://schemas.microsoft.com/office/drawing/2014/main" id="{2DC1EE10-A6E2-4955-B1ED-3E19B898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4143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核對期間營收與熱銷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查看低庫存與推薦理由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08847-43C2-4EF0-B677-85A9BC45AC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ad6a1a3f74304"/>
          <a:stretch xmlns:a="http://schemas.openxmlformats.org/drawingml/2006/main"/>
        </p:blipFill>
        <p:spPr>
          <a:xfrm xmlns:a="http://schemas.openxmlformats.org/drawingml/2006/main">
            <a:off x="5324633" y="1895475"/>
            <a:ext cx="6067109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商品介面實拍：10/18 零流量預覽">
            <a:extLst xmlns:a="http://schemas.openxmlformats.org/drawingml/2006/main">
              <a:ext uri="{FF2B5EF4-FFF2-40B4-BE49-F238E27FC236}">
                <a16:creationId xmlns:a16="http://schemas.microsoft.com/office/drawing/2014/main" id="{CB4141E1-86A6-4D30-9542-A58228F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626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36760"/>
                </a:solidFill>
              </a:defRPr>
            </a:defPPr>
            <a:lvl1pPr algn="l">
              <a:buNone/>
              <a:defRPr sz="1350" b="0">
                <a:solidFill>
                  <a:srgbClr val="536760"/>
                </a:solidFill>
              </a:defRPr>
            </a:lvl1pPr>
            <a:lvl2pPr algn="l">
              <a:buNone/>
              <a:defRPr sz="1350" b="0">
                <a:solidFill>
                  <a:srgbClr val="536760"/>
                </a:solidFill>
              </a:defRPr>
            </a:lvl2pPr>
            <a:lvl3pPr algn="l">
              <a:buNone/>
              <a:defRPr sz="1350" b="0">
                <a:solidFill>
                  <a:srgbClr val="536760"/>
                </a:solidFill>
              </a:defRPr>
            </a:lvl3pPr>
            <a:lvl4pPr algn="l">
              <a:buNone/>
              <a:defRPr sz="1350" b="0">
                <a:solidFill>
                  <a:srgbClr val="536760"/>
                </a:solidFill>
              </a:defRPr>
            </a:lvl4pPr>
            <a:lvl5pPr algn="l">
              <a:buNone/>
              <a:defRPr sz="1350" b="0">
                <a:solidFill>
                  <a:srgbClr val="536760"/>
                </a:solidFill>
              </a:defRPr>
            </a:lvl5pPr>
            <a:lvl6pPr algn="l">
              <a:buNone/>
              <a:defRPr sz="1350" b="0">
                <a:solidFill>
                  <a:srgbClr val="536760"/>
                </a:solidFill>
              </a:defRPr>
            </a:lvl6pPr>
            <a:lvl7pPr algn="l">
              <a:buNone/>
              <a:defRPr sz="1350" b="0">
                <a:solidFill>
                  <a:srgbClr val="536760"/>
                </a:solidFill>
              </a:defRPr>
            </a:lvl7pPr>
            <a:lvl8pPr algn="l">
              <a:buNone/>
              <a:defRPr sz="1350" b="0">
                <a:solidFill>
                  <a:srgbClr val="536760"/>
                </a:solidFill>
              </a:defRPr>
            </a:lvl8pPr>
            <a:lvl9pPr algn="l">
              <a:buNone/>
              <a:defRPr sz="13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36760"/>
                </a:solidFill>
              </a:defRPr>
            </a:pPr>
            <a:r>
              <a:rPr sz="1350" b="0">
                <a:solidFill>
                  <a:srgbClr val="536760"/>
                </a:solidFill>
              </a:rPr>
              <a:t>商品介面實拍：10/18 零流量預覽</a:t>
            </a:r>
          </a:p>
        </p:txBody>
      </p:sp>
    </p:spTree>
    <p:extLst>
      <p:ext uri="{BB962C8B-B14F-4D97-AF65-F5344CB8AC3E}">
        <p14:creationId xmlns:p14="http://schemas.microsoft.com/office/powerpoint/2010/main" val="1606941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91948-102B-4D9B-B88E-61324B618B7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334250" y="4448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dash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DF3EB-AB83-4F9A-B7D6-44A5E8A2085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572500" y="3362325"/>
            <a:ext cx="638175" cy="766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4ED87-579C-4CE4-B6D0-A9C782B30E5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572500" y="3176588"/>
            <a:ext cx="638175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AA13A-7E05-4ED4-85C1-9EFAFE6E50C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24500" y="3362325"/>
            <a:ext cx="571500" cy="766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A4D28-F78D-430C-B8F2-4223E5E579E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524500" y="3176588"/>
            <a:ext cx="5715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6792A-96D5-4A1E-90ED-1F5D8348889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5524500" y="2224088"/>
            <a:ext cx="571500" cy="11382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1A588-F6D8-4977-82FC-95FC44885B6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3362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sp>
        <p:nvSpPr>
          <p:cNvPr id="20" name="系統架構與資料流">
            <a:extLst xmlns:a="http://schemas.openxmlformats.org/drawingml/2006/main">
              <a:ext uri="{FF2B5EF4-FFF2-40B4-BE49-F238E27FC236}">
                <a16:creationId xmlns:a16="http://schemas.microsoft.com/office/drawing/2014/main" id="{E213F53B-0463-4206-B26D-2BBD4576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</a:defRPr>
            </a:defPPr>
            <a:lvl1pPr algn="l">
              <a:buNone/>
              <a:defRPr sz="3300" b="1">
                <a:solidFill>
                  <a:srgbClr val="FFFFFF"/>
                </a:solidFill>
              </a:defRPr>
            </a:lvl1pPr>
            <a:lvl2pPr algn="l">
              <a:buNone/>
              <a:defRPr sz="3300" b="1">
                <a:solidFill>
                  <a:srgbClr val="FFFFFF"/>
                </a:solidFill>
              </a:defRPr>
            </a:lvl2pPr>
            <a:lvl3pPr algn="l">
              <a:buNone/>
              <a:defRPr sz="3300" b="1">
                <a:solidFill>
                  <a:srgbClr val="FFFFFF"/>
                </a:solidFill>
              </a:defRPr>
            </a:lvl3pPr>
            <a:lvl4pPr algn="l">
              <a:buNone/>
              <a:defRPr sz="3300" b="1">
                <a:solidFill>
                  <a:srgbClr val="FFFFFF"/>
                </a:solidFill>
              </a:defRPr>
            </a:lvl4pPr>
            <a:lvl5pPr algn="l">
              <a:buNone/>
              <a:defRPr sz="3300" b="1">
                <a:solidFill>
                  <a:srgbClr val="FFFFFF"/>
                </a:solidFill>
              </a:defRPr>
            </a:lvl5pPr>
            <a:lvl6pPr algn="l">
              <a:buNone/>
              <a:defRPr sz="3300" b="1">
                <a:solidFill>
                  <a:srgbClr val="FFFFFF"/>
                </a:solidFill>
              </a:defRPr>
            </a:lvl6pPr>
            <a:lvl7pPr algn="l">
              <a:buNone/>
              <a:defRPr sz="3300" b="1">
                <a:solidFill>
                  <a:srgbClr val="FFFFFF"/>
                </a:solidFill>
              </a:defRPr>
            </a:lvl7pPr>
            <a:lvl8pPr algn="l">
              <a:buNone/>
              <a:defRPr sz="3300" b="1">
                <a:solidFill>
                  <a:srgbClr val="FFFFFF"/>
                </a:solidFill>
              </a:defRPr>
            </a:lvl8pPr>
            <a:lvl9pPr algn="l">
              <a:buNone/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系統架構與資料流</a:t>
            </a:r>
          </a:p>
        </p:txBody>
      </p:sp>
      <p:sp>
        <p:nvSpPr>
          <p:cNvPr id="2" name="前後台共用 SKU 與資料服務，AI 依配置執行">
            <a:extLst xmlns:a="http://schemas.openxmlformats.org/drawingml/2006/main">
              <a:ext uri="{FF2B5EF4-FFF2-40B4-BE49-F238E27FC236}">
                <a16:creationId xmlns:a16="http://schemas.microsoft.com/office/drawing/2014/main" id="{FBCB8057-A923-441F-96D3-A8A4CB1F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B8DCD4"/>
                </a:solidFill>
              </a:defRPr>
            </a:defPPr>
            <a:lvl1pPr algn="l">
              <a:buNone/>
              <a:defRPr sz="1800" b="0">
                <a:solidFill>
                  <a:srgbClr val="B8DCD4"/>
                </a:solidFill>
              </a:defRPr>
            </a:lvl1pPr>
            <a:lvl2pPr algn="l">
              <a:buNone/>
              <a:defRPr sz="1800" b="0">
                <a:solidFill>
                  <a:srgbClr val="B8DCD4"/>
                </a:solidFill>
              </a:defRPr>
            </a:lvl2pPr>
            <a:lvl3pPr algn="l">
              <a:buNone/>
              <a:defRPr sz="1800" b="0">
                <a:solidFill>
                  <a:srgbClr val="B8DCD4"/>
                </a:solidFill>
              </a:defRPr>
            </a:lvl3pPr>
            <a:lvl4pPr algn="l">
              <a:buNone/>
              <a:defRPr sz="1800" b="0">
                <a:solidFill>
                  <a:srgbClr val="B8DCD4"/>
                </a:solidFill>
              </a:defRPr>
            </a:lvl4pPr>
            <a:lvl5pPr algn="l">
              <a:buNone/>
              <a:defRPr sz="1800" b="0">
                <a:solidFill>
                  <a:srgbClr val="B8DCD4"/>
                </a:solidFill>
              </a:defRPr>
            </a:lvl5pPr>
            <a:lvl6pPr algn="l">
              <a:buNone/>
              <a:defRPr sz="1800" b="0">
                <a:solidFill>
                  <a:srgbClr val="B8DCD4"/>
                </a:solidFill>
              </a:defRPr>
            </a:lvl6pPr>
            <a:lvl7pPr algn="l">
              <a:buNone/>
              <a:defRPr sz="1800" b="0">
                <a:solidFill>
                  <a:srgbClr val="B8DCD4"/>
                </a:solidFill>
              </a:defRPr>
            </a:lvl7pPr>
            <a:lvl8pPr algn="l">
              <a:buNone/>
              <a:defRPr sz="1800" b="0">
                <a:solidFill>
                  <a:srgbClr val="B8DCD4"/>
                </a:solidFill>
              </a:defRPr>
            </a:lvl8pPr>
            <a:lvl9pPr algn="l">
              <a:buNone/>
              <a:defRPr sz="1800" b="0">
                <a:solidFill>
                  <a:srgbClr val="B8DCD4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8DCD4"/>
                </a:solidFill>
              </a:defRPr>
            </a:pPr>
            <a:r>
              <a:rPr sz="1800" b="0">
                <a:solidFill>
                  <a:srgbClr val="B8DCD4"/>
                </a:solidFill>
              </a:rPr>
              <a:t>前後台共用 SKU 與資料服務，AI 依配置執行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82669343-4AFE-463F-BEDE-30541B38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BCD9D0"/>
                </a:solidFill>
              </a:defRPr>
            </a:defPPr>
            <a:lvl1pPr algn="l">
              <a:buNone/>
              <a:defRPr sz="1200" b="0">
                <a:solidFill>
                  <a:srgbClr val="BCD9D0"/>
                </a:solidFill>
              </a:defRPr>
            </a:lvl1pPr>
            <a:lvl2pPr algn="l">
              <a:buNone/>
              <a:defRPr sz="1200" b="0">
                <a:solidFill>
                  <a:srgbClr val="BCD9D0"/>
                </a:solidFill>
              </a:defRPr>
            </a:lvl2pPr>
            <a:lvl3pPr algn="l">
              <a:buNone/>
              <a:defRPr sz="1200" b="0">
                <a:solidFill>
                  <a:srgbClr val="BCD9D0"/>
                </a:solidFill>
              </a:defRPr>
            </a:lvl3pPr>
            <a:lvl4pPr algn="l">
              <a:buNone/>
              <a:defRPr sz="1200" b="0">
                <a:solidFill>
                  <a:srgbClr val="BCD9D0"/>
                </a:solidFill>
              </a:defRPr>
            </a:lvl4pPr>
            <a:lvl5pPr algn="l">
              <a:buNone/>
              <a:defRPr sz="1200" b="0">
                <a:solidFill>
                  <a:srgbClr val="BCD9D0"/>
                </a:solidFill>
              </a:defRPr>
            </a:lvl5pPr>
            <a:lvl6pPr algn="l">
              <a:buNone/>
              <a:defRPr sz="1200" b="0">
                <a:solidFill>
                  <a:srgbClr val="BCD9D0"/>
                </a:solidFill>
              </a:defRPr>
            </a:lvl6pPr>
            <a:lvl7pPr algn="l">
              <a:buNone/>
              <a:defRPr sz="1200" b="0">
                <a:solidFill>
                  <a:srgbClr val="BCD9D0"/>
                </a:solidFill>
              </a:defRPr>
            </a:lvl7pPr>
            <a:lvl8pPr algn="l">
              <a:buNone/>
              <a:defRPr sz="1200" b="0">
                <a:solidFill>
                  <a:srgbClr val="BCD9D0"/>
                </a:solidFill>
              </a:defRPr>
            </a:lvl8pPr>
            <a:lvl9pPr algn="l">
              <a:buNone/>
              <a:defRPr sz="1200" b="0">
                <a:solidFill>
                  <a:srgbClr val="BCD9D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CD9D0"/>
                </a:solidFill>
              </a:defRPr>
            </a:pPr>
            <a:r>
              <a:rPr sz="1200" b="0">
                <a:solidFill>
                  <a:srgbClr val="BCD9D0"/>
                </a:solidFill>
              </a:rPr>
              <a:t>VibeCart AI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2A04E55E-5333-495D-AD0C-1CF4E7CD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8C5CD"/>
                </a:solidFill>
              </a:defRPr>
            </a:defPPr>
            <a:lvl1pPr algn="l">
              <a:buNone/>
              <a:defRPr sz="1350" b="1">
                <a:solidFill>
                  <a:srgbClr val="38C5CD"/>
                </a:solidFill>
              </a:defRPr>
            </a:lvl1pPr>
            <a:lvl2pPr algn="l">
              <a:buNone/>
              <a:defRPr sz="1350" b="1">
                <a:solidFill>
                  <a:srgbClr val="38C5CD"/>
                </a:solidFill>
              </a:defRPr>
            </a:lvl2pPr>
            <a:lvl3pPr algn="l">
              <a:buNone/>
              <a:defRPr sz="1350" b="1">
                <a:solidFill>
                  <a:srgbClr val="38C5CD"/>
                </a:solidFill>
              </a:defRPr>
            </a:lvl3pPr>
            <a:lvl4pPr algn="l">
              <a:buNone/>
              <a:defRPr sz="1350" b="1">
                <a:solidFill>
                  <a:srgbClr val="38C5CD"/>
                </a:solidFill>
              </a:defRPr>
            </a:lvl4pPr>
            <a:lvl5pPr algn="l">
              <a:buNone/>
              <a:defRPr sz="1350" b="1">
                <a:solidFill>
                  <a:srgbClr val="38C5CD"/>
                </a:solidFill>
              </a:defRPr>
            </a:lvl5pPr>
            <a:lvl6pPr algn="l">
              <a:buNone/>
              <a:defRPr sz="1350" b="1">
                <a:solidFill>
                  <a:srgbClr val="38C5CD"/>
                </a:solidFill>
              </a:defRPr>
            </a:lvl6pPr>
            <a:lvl7pPr algn="l">
              <a:buNone/>
              <a:defRPr sz="1350" b="1">
                <a:solidFill>
                  <a:srgbClr val="38C5CD"/>
                </a:solidFill>
              </a:defRPr>
            </a:lvl7pPr>
            <a:lvl8pPr algn="l">
              <a:buNone/>
              <a:defRPr sz="1350" b="1">
                <a:solidFill>
                  <a:srgbClr val="38C5CD"/>
                </a:solidFill>
              </a:defRPr>
            </a:lvl8pPr>
            <a:lvl9pPr algn="l">
              <a:buNone/>
              <a:defRPr sz="1350" b="1">
                <a:solidFill>
                  <a:srgbClr val="38C5C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38C5CD"/>
                </a:solidFill>
              </a:defRPr>
            </a:pPr>
            <a:r>
              <a:rPr sz="1350" b="1">
                <a:solidFill>
                  <a:srgbClr val="38C5CD"/>
                </a:solidFill>
              </a:rPr>
              <a:t>03</a:t>
            </a:r>
          </a:p>
        </p:txBody>
      </p:sp>
      <p:sp>
        <p:nvSpPr>
          <p:cNvPr id="5" name="瀏覽器&#10;VibeCart / VibeInsight">
            <a:extLst xmlns:a="http://schemas.openxmlformats.org/drawingml/2006/main">
              <a:ext uri="{FF2B5EF4-FFF2-40B4-BE49-F238E27FC236}">
                <a16:creationId xmlns:a16="http://schemas.microsoft.com/office/drawing/2014/main" id="{42393BC1-4A6E-4E74-884D-5413BD6E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247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瀏覽器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VibeCart / VibeInsight</a:t>
            </a:r>
          </a:p>
        </p:txBody>
      </p:sp>
      <p:sp>
        <p:nvSpPr>
          <p:cNvPr id="6" name="Flask / Jinja2&#10;路由與畫面">
            <a:extLst xmlns:a="http://schemas.openxmlformats.org/drawingml/2006/main">
              <a:ext uri="{FF2B5EF4-FFF2-40B4-BE49-F238E27FC236}">
                <a16:creationId xmlns:a16="http://schemas.microsoft.com/office/drawing/2014/main" id="{C6BBE4CD-8F2C-48C9-A256-0F298238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Flask / Jinja2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路由與畫面</a:t>
            </a:r>
          </a:p>
        </p:txBody>
      </p:sp>
      <p:sp>
        <p:nvSpPr>
          <p:cNvPr id="7" name="會員與角色 / CSRF">
            <a:extLst xmlns:a="http://schemas.openxmlformats.org/drawingml/2006/main">
              <a:ext uri="{FF2B5EF4-FFF2-40B4-BE49-F238E27FC236}">
                <a16:creationId xmlns:a16="http://schemas.microsoft.com/office/drawing/2014/main" id="{596E9EE5-B74A-4C38-9F5F-92C7AD2A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會員與角色 / CSRF</a:t>
            </a:r>
          </a:p>
        </p:txBody>
      </p:sp>
      <p:sp>
        <p:nvSpPr>
          <p:cNvPr id="8" name="SKU / 購物車 / 訂單">
            <a:extLst xmlns:a="http://schemas.openxmlformats.org/drawingml/2006/main">
              <a:ext uri="{FF2B5EF4-FFF2-40B4-BE49-F238E27FC236}">
                <a16:creationId xmlns:a16="http://schemas.microsoft.com/office/drawing/2014/main" id="{CAC17FFC-C612-4DE4-A0E2-1E233C5C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SKU / 購物車 / 訂單</a:t>
            </a:r>
          </a:p>
        </p:txBody>
      </p:sp>
      <p:sp>
        <p:nvSpPr>
          <p:cNvPr id="9" name="營運統計 / 推薦服務">
            <a:extLst xmlns:a="http://schemas.openxmlformats.org/drawingml/2006/main">
              <a:ext uri="{FF2B5EF4-FFF2-40B4-BE49-F238E27FC236}">
                <a16:creationId xmlns:a16="http://schemas.microsoft.com/office/drawing/2014/main" id="{E59CED0C-BEAD-4390-8D1A-9DB35E16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營運統計 / 推薦服務</a:t>
            </a:r>
          </a:p>
        </p:txBody>
      </p:sp>
      <p:sp>
        <p:nvSpPr>
          <p:cNvPr id="10" name="LangGraph&#10;BGE / Claude / 規則">
            <a:extLst xmlns:a="http://schemas.openxmlformats.org/drawingml/2006/main">
              <a:ext uri="{FF2B5EF4-FFF2-40B4-BE49-F238E27FC236}">
                <a16:creationId xmlns:a16="http://schemas.microsoft.com/office/drawing/2014/main" id="{D480613E-DBAE-4118-A426-1F5DB9A2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24765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LangGraph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BGE / Claude / 規則</a:t>
            </a:r>
          </a:p>
        </p:txBody>
      </p:sp>
      <p:sp>
        <p:nvSpPr>
          <p:cNvPr id="11" name="MongoDB Atlas&#10;Complete Schema v4">
            <a:extLst xmlns:a="http://schemas.openxmlformats.org/drawingml/2006/main">
              <a:ext uri="{FF2B5EF4-FFF2-40B4-BE49-F238E27FC236}">
                <a16:creationId xmlns:a16="http://schemas.microsoft.com/office/drawing/2014/main" id="{D8AD2926-D85F-471F-85DF-BB1F9FCA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575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MongoDB Atlas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Complete Schema v4</a:t>
            </a:r>
          </a:p>
        </p:txBody>
      </p:sp>
      <p:sp>
        <p:nvSpPr>
          <p:cNvPr id="19" name="部署：Firebase Hosting　／　Clou">
            <a:extLst xmlns:a="http://schemas.openxmlformats.org/drawingml/2006/main">
              <a:ext uri="{FF2B5EF4-FFF2-40B4-BE49-F238E27FC236}">
                <a16:creationId xmlns:a16="http://schemas.microsoft.com/office/drawing/2014/main" id="{4366ABF5-905F-4E4F-A0F3-93175950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B8DCD4"/>
                </a:solidFill>
              </a:defRPr>
            </a:defPPr>
            <a:lvl1pPr algn="l">
              <a:buNone/>
              <a:defRPr sz="1725" b="0">
                <a:solidFill>
                  <a:srgbClr val="B8DCD4"/>
                </a:solidFill>
              </a:defRPr>
            </a:lvl1pPr>
            <a:lvl2pPr algn="l">
              <a:buNone/>
              <a:defRPr sz="1725" b="0">
                <a:solidFill>
                  <a:srgbClr val="B8DCD4"/>
                </a:solidFill>
              </a:defRPr>
            </a:lvl2pPr>
            <a:lvl3pPr algn="l">
              <a:buNone/>
              <a:defRPr sz="1725" b="0">
                <a:solidFill>
                  <a:srgbClr val="B8DCD4"/>
                </a:solidFill>
              </a:defRPr>
            </a:lvl3pPr>
            <a:lvl4pPr algn="l">
              <a:buNone/>
              <a:defRPr sz="1725" b="0">
                <a:solidFill>
                  <a:srgbClr val="B8DCD4"/>
                </a:solidFill>
              </a:defRPr>
            </a:lvl4pPr>
            <a:lvl5pPr algn="l">
              <a:buNone/>
              <a:defRPr sz="1725" b="0">
                <a:solidFill>
                  <a:srgbClr val="B8DCD4"/>
                </a:solidFill>
              </a:defRPr>
            </a:lvl5pPr>
            <a:lvl6pPr algn="l">
              <a:buNone/>
              <a:defRPr sz="1725" b="0">
                <a:solidFill>
                  <a:srgbClr val="B8DCD4"/>
                </a:solidFill>
              </a:defRPr>
            </a:lvl6pPr>
            <a:lvl7pPr algn="l">
              <a:buNone/>
              <a:defRPr sz="1725" b="0">
                <a:solidFill>
                  <a:srgbClr val="B8DCD4"/>
                </a:solidFill>
              </a:defRPr>
            </a:lvl7pPr>
            <a:lvl8pPr algn="l">
              <a:buNone/>
              <a:defRPr sz="1725" b="0">
                <a:solidFill>
                  <a:srgbClr val="B8DCD4"/>
                </a:solidFill>
              </a:defRPr>
            </a:lvl8pPr>
            <a:lvl9pPr algn="l">
              <a:buNone/>
              <a:defRPr sz="1725" b="0">
                <a:solidFill>
                  <a:srgbClr val="B8DCD4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8DCD4"/>
                </a:solidFill>
              </a:defRPr>
            </a:pPr>
            <a:r>
              <a:rPr sz="1725" b="0">
                <a:solidFill>
                  <a:srgbClr val="B8DCD4"/>
                </a:solidFill>
              </a:rPr>
              <a:t>部署：Firebase Hosting　／　Cloud Run + Gunicorn　／　Secret Manager</a:t>
            </a:r>
          </a:p>
        </p:txBody>
      </p:sp>
    </p:spTree>
    <p:extLst>
      <p:ext uri="{BB962C8B-B14F-4D97-AF65-F5344CB8AC3E}">
        <p14:creationId xmlns:p14="http://schemas.microsoft.com/office/powerpoint/2010/main" val="426671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資料模型與測試資料">
            <a:extLst xmlns:a="http://schemas.openxmlformats.org/drawingml/2006/main">
              <a:ext uri="{FF2B5EF4-FFF2-40B4-BE49-F238E27FC236}">
                <a16:creationId xmlns:a16="http://schemas.microsoft.com/office/drawing/2014/main" id="{FE056400-7410-439F-92FD-C718F0F1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資料模型與測試資料</a:t>
            </a:r>
          </a:p>
        </p:txBody>
      </p:sp>
      <p:sp>
        <p:nvSpPr>
          <p:cNvPr id="2" name="商品與 SKU 分離，訂單保留明細與示範標記">
            <a:extLst xmlns:a="http://schemas.openxmlformats.org/drawingml/2006/main">
              <a:ext uri="{FF2B5EF4-FFF2-40B4-BE49-F238E27FC236}">
                <a16:creationId xmlns:a16="http://schemas.microsoft.com/office/drawing/2014/main" id="{DF08BDE9-6EC5-48AD-9D39-35D0780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商品與 SKU 分離，訂單保留明細與示範標記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915EF8CF-B334-4A8C-8DD3-74F61137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7988957-AC9E-40D0-99E9-6A6ED055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04</a:t>
            </a:r>
          </a:p>
        </p:txBody>
      </p:sp>
      <p:sp>
        <p:nvSpPr>
          <p:cNvPr id="5" name="336">
            <a:extLst xmlns:a="http://schemas.openxmlformats.org/drawingml/2006/main">
              <a:ext uri="{FF2B5EF4-FFF2-40B4-BE49-F238E27FC236}">
                <a16:creationId xmlns:a16="http://schemas.microsoft.com/office/drawing/2014/main" id="{032F0FBD-B61F-4931-BD4D-729709A9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4634B"/>
                </a:solidFill>
              </a:defRPr>
            </a:defPPr>
            <a:lvl1pPr algn="l">
              <a:buNone/>
              <a:defRPr sz="4650" b="1">
                <a:solidFill>
                  <a:srgbClr val="14634B"/>
                </a:solidFill>
              </a:defRPr>
            </a:lvl1pPr>
            <a:lvl2pPr algn="l">
              <a:buNone/>
              <a:defRPr sz="4650" b="1">
                <a:solidFill>
                  <a:srgbClr val="14634B"/>
                </a:solidFill>
              </a:defRPr>
            </a:lvl2pPr>
            <a:lvl3pPr algn="l">
              <a:buNone/>
              <a:defRPr sz="4650" b="1">
                <a:solidFill>
                  <a:srgbClr val="14634B"/>
                </a:solidFill>
              </a:defRPr>
            </a:lvl3pPr>
            <a:lvl4pPr algn="l">
              <a:buNone/>
              <a:defRPr sz="4650" b="1">
                <a:solidFill>
                  <a:srgbClr val="14634B"/>
                </a:solidFill>
              </a:defRPr>
            </a:lvl4pPr>
            <a:lvl5pPr algn="l">
              <a:buNone/>
              <a:defRPr sz="4650" b="1">
                <a:solidFill>
                  <a:srgbClr val="14634B"/>
                </a:solidFill>
              </a:defRPr>
            </a:lvl5pPr>
            <a:lvl6pPr algn="l">
              <a:buNone/>
              <a:defRPr sz="4650" b="1">
                <a:solidFill>
                  <a:srgbClr val="14634B"/>
                </a:solidFill>
              </a:defRPr>
            </a:lvl6pPr>
            <a:lvl7pPr algn="l">
              <a:buNone/>
              <a:defRPr sz="4650" b="1">
                <a:solidFill>
                  <a:srgbClr val="14634B"/>
                </a:solidFill>
              </a:defRPr>
            </a:lvl7pPr>
            <a:lvl8pPr algn="l">
              <a:buNone/>
              <a:defRPr sz="4650" b="1">
                <a:solidFill>
                  <a:srgbClr val="14634B"/>
                </a:solidFill>
              </a:defRPr>
            </a:lvl8pPr>
            <a:lvl9pPr algn="l">
              <a:buNone/>
              <a:defRPr sz="46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14634B"/>
                </a:solidFill>
              </a:defRPr>
            </a:pPr>
            <a:r>
              <a:rPr sz="4650" b="1">
                <a:solidFill>
                  <a:srgbClr val="14634B"/>
                </a:solidFill>
              </a:rPr>
              <a:t>336</a:t>
            </a:r>
          </a:p>
        </p:txBody>
      </p:sp>
      <p:sp>
        <p:nvSpPr>
          <p:cNvPr id="6" name="有效商品與 SKU">
            <a:extLst xmlns:a="http://schemas.openxmlformats.org/drawingml/2006/main">
              <a:ext uri="{FF2B5EF4-FFF2-40B4-BE49-F238E27FC236}">
                <a16:creationId xmlns:a16="http://schemas.microsoft.com/office/drawing/2014/main" id="{CFE8AB39-327A-4190-83FB-17A7C30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36760"/>
                </a:solidFill>
              </a:defRPr>
            </a:defPPr>
            <a:lvl1pPr algn="l">
              <a:buNone/>
              <a:defRPr sz="1875" b="0">
                <a:solidFill>
                  <a:srgbClr val="536760"/>
                </a:solidFill>
              </a:defRPr>
            </a:lvl1pPr>
            <a:lvl2pPr algn="l">
              <a:buNone/>
              <a:defRPr sz="1875" b="0">
                <a:solidFill>
                  <a:srgbClr val="536760"/>
                </a:solidFill>
              </a:defRPr>
            </a:lvl2pPr>
            <a:lvl3pPr algn="l">
              <a:buNone/>
              <a:defRPr sz="1875" b="0">
                <a:solidFill>
                  <a:srgbClr val="536760"/>
                </a:solidFill>
              </a:defRPr>
            </a:lvl3pPr>
            <a:lvl4pPr algn="l">
              <a:buNone/>
              <a:defRPr sz="1875" b="0">
                <a:solidFill>
                  <a:srgbClr val="536760"/>
                </a:solidFill>
              </a:defRPr>
            </a:lvl4pPr>
            <a:lvl5pPr algn="l">
              <a:buNone/>
              <a:defRPr sz="1875" b="0">
                <a:solidFill>
                  <a:srgbClr val="536760"/>
                </a:solidFill>
              </a:defRPr>
            </a:lvl5pPr>
            <a:lvl6pPr algn="l">
              <a:buNone/>
              <a:defRPr sz="1875" b="0">
                <a:solidFill>
                  <a:srgbClr val="536760"/>
                </a:solidFill>
              </a:defRPr>
            </a:lvl6pPr>
            <a:lvl7pPr algn="l">
              <a:buNone/>
              <a:defRPr sz="1875" b="0">
                <a:solidFill>
                  <a:srgbClr val="536760"/>
                </a:solidFill>
              </a:defRPr>
            </a:lvl7pPr>
            <a:lvl8pPr algn="l">
              <a:buNone/>
              <a:defRPr sz="1875" b="0">
                <a:solidFill>
                  <a:srgbClr val="536760"/>
                </a:solidFill>
              </a:defRPr>
            </a:lvl8pPr>
            <a:lvl9pPr algn="l">
              <a:buNone/>
              <a:defRPr sz="18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760"/>
                </a:solidFill>
              </a:defRPr>
            </a:pPr>
            <a:r>
              <a:rPr sz="1875" b="0">
                <a:solidFill>
                  <a:srgbClr val="536760"/>
                </a:solidFill>
              </a:rPr>
              <a:t>有效商品與 SKU</a:t>
            </a:r>
          </a:p>
        </p:txBody>
      </p:sp>
      <p:sp>
        <p:nvSpPr>
          <p:cNvPr id="7" name="3,000">
            <a:extLst xmlns:a="http://schemas.openxmlformats.org/drawingml/2006/main">
              <a:ext uri="{FF2B5EF4-FFF2-40B4-BE49-F238E27FC236}">
                <a16:creationId xmlns:a16="http://schemas.microsoft.com/office/drawing/2014/main" id="{B13C53A4-003B-48C0-8A0D-998EBC98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669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4634B"/>
                </a:solidFill>
              </a:defRPr>
            </a:defPPr>
            <a:lvl1pPr algn="l">
              <a:buNone/>
              <a:defRPr sz="4650" b="1">
                <a:solidFill>
                  <a:srgbClr val="14634B"/>
                </a:solidFill>
              </a:defRPr>
            </a:lvl1pPr>
            <a:lvl2pPr algn="l">
              <a:buNone/>
              <a:defRPr sz="4650" b="1">
                <a:solidFill>
                  <a:srgbClr val="14634B"/>
                </a:solidFill>
              </a:defRPr>
            </a:lvl2pPr>
            <a:lvl3pPr algn="l">
              <a:buNone/>
              <a:defRPr sz="4650" b="1">
                <a:solidFill>
                  <a:srgbClr val="14634B"/>
                </a:solidFill>
              </a:defRPr>
            </a:lvl3pPr>
            <a:lvl4pPr algn="l">
              <a:buNone/>
              <a:defRPr sz="4650" b="1">
                <a:solidFill>
                  <a:srgbClr val="14634B"/>
                </a:solidFill>
              </a:defRPr>
            </a:lvl4pPr>
            <a:lvl5pPr algn="l">
              <a:buNone/>
              <a:defRPr sz="4650" b="1">
                <a:solidFill>
                  <a:srgbClr val="14634B"/>
                </a:solidFill>
              </a:defRPr>
            </a:lvl5pPr>
            <a:lvl6pPr algn="l">
              <a:buNone/>
              <a:defRPr sz="4650" b="1">
                <a:solidFill>
                  <a:srgbClr val="14634B"/>
                </a:solidFill>
              </a:defRPr>
            </a:lvl6pPr>
            <a:lvl7pPr algn="l">
              <a:buNone/>
              <a:defRPr sz="4650" b="1">
                <a:solidFill>
                  <a:srgbClr val="14634B"/>
                </a:solidFill>
              </a:defRPr>
            </a:lvl7pPr>
            <a:lvl8pPr algn="l">
              <a:buNone/>
              <a:defRPr sz="4650" b="1">
                <a:solidFill>
                  <a:srgbClr val="14634B"/>
                </a:solidFill>
              </a:defRPr>
            </a:lvl8pPr>
            <a:lvl9pPr algn="l">
              <a:buNone/>
              <a:defRPr sz="46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14634B"/>
                </a:solidFill>
              </a:defRPr>
            </a:pPr>
            <a:r>
              <a:rPr sz="4650" b="1">
                <a:solidFill>
                  <a:srgbClr val="14634B"/>
                </a:solidFill>
              </a:rPr>
              <a:t>3,000</a:t>
            </a:r>
          </a:p>
        </p:txBody>
      </p:sp>
      <p:sp>
        <p:nvSpPr>
          <p:cNvPr id="8" name="D1～D3 合成訂單">
            <a:extLst xmlns:a="http://schemas.openxmlformats.org/drawingml/2006/main">
              <a:ext uri="{FF2B5EF4-FFF2-40B4-BE49-F238E27FC236}">
                <a16:creationId xmlns:a16="http://schemas.microsoft.com/office/drawing/2014/main" id="{FAE466C5-549D-41CC-AB79-DC720546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36760"/>
                </a:solidFill>
              </a:defRPr>
            </a:defPPr>
            <a:lvl1pPr algn="l">
              <a:buNone/>
              <a:defRPr sz="1875" b="0">
                <a:solidFill>
                  <a:srgbClr val="536760"/>
                </a:solidFill>
              </a:defRPr>
            </a:lvl1pPr>
            <a:lvl2pPr algn="l">
              <a:buNone/>
              <a:defRPr sz="1875" b="0">
                <a:solidFill>
                  <a:srgbClr val="536760"/>
                </a:solidFill>
              </a:defRPr>
            </a:lvl2pPr>
            <a:lvl3pPr algn="l">
              <a:buNone/>
              <a:defRPr sz="1875" b="0">
                <a:solidFill>
                  <a:srgbClr val="536760"/>
                </a:solidFill>
              </a:defRPr>
            </a:lvl3pPr>
            <a:lvl4pPr algn="l">
              <a:buNone/>
              <a:defRPr sz="1875" b="0">
                <a:solidFill>
                  <a:srgbClr val="536760"/>
                </a:solidFill>
              </a:defRPr>
            </a:lvl4pPr>
            <a:lvl5pPr algn="l">
              <a:buNone/>
              <a:defRPr sz="1875" b="0">
                <a:solidFill>
                  <a:srgbClr val="536760"/>
                </a:solidFill>
              </a:defRPr>
            </a:lvl5pPr>
            <a:lvl6pPr algn="l">
              <a:buNone/>
              <a:defRPr sz="1875" b="0">
                <a:solidFill>
                  <a:srgbClr val="536760"/>
                </a:solidFill>
              </a:defRPr>
            </a:lvl6pPr>
            <a:lvl7pPr algn="l">
              <a:buNone/>
              <a:defRPr sz="1875" b="0">
                <a:solidFill>
                  <a:srgbClr val="536760"/>
                </a:solidFill>
              </a:defRPr>
            </a:lvl7pPr>
            <a:lvl8pPr algn="l">
              <a:buNone/>
              <a:defRPr sz="1875" b="0">
                <a:solidFill>
                  <a:srgbClr val="536760"/>
                </a:solidFill>
              </a:defRPr>
            </a:lvl8pPr>
            <a:lvl9pPr algn="l">
              <a:buNone/>
              <a:defRPr sz="18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760"/>
                </a:solidFill>
              </a:defRPr>
            </a:pPr>
            <a:r>
              <a:rPr sz="1875" b="0">
                <a:solidFill>
                  <a:srgbClr val="536760"/>
                </a:solidFill>
              </a:rPr>
              <a:t>D1～D3 合成訂單</a:t>
            </a:r>
          </a:p>
        </p:txBody>
      </p:sp>
      <p:sp>
        <p:nvSpPr>
          <p:cNvPr id="9" name="8,969">
            <a:extLst xmlns:a="http://schemas.openxmlformats.org/drawingml/2006/main">
              <a:ext uri="{FF2B5EF4-FFF2-40B4-BE49-F238E27FC236}">
                <a16:creationId xmlns:a16="http://schemas.microsoft.com/office/drawing/2014/main" id="{1E622853-B557-41DC-8D13-F9C75A55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669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4634B"/>
                </a:solidFill>
              </a:defRPr>
            </a:defPPr>
            <a:lvl1pPr algn="l">
              <a:buNone/>
              <a:defRPr sz="4650" b="1">
                <a:solidFill>
                  <a:srgbClr val="14634B"/>
                </a:solidFill>
              </a:defRPr>
            </a:lvl1pPr>
            <a:lvl2pPr algn="l">
              <a:buNone/>
              <a:defRPr sz="4650" b="1">
                <a:solidFill>
                  <a:srgbClr val="14634B"/>
                </a:solidFill>
              </a:defRPr>
            </a:lvl2pPr>
            <a:lvl3pPr algn="l">
              <a:buNone/>
              <a:defRPr sz="4650" b="1">
                <a:solidFill>
                  <a:srgbClr val="14634B"/>
                </a:solidFill>
              </a:defRPr>
            </a:lvl3pPr>
            <a:lvl4pPr algn="l">
              <a:buNone/>
              <a:defRPr sz="4650" b="1">
                <a:solidFill>
                  <a:srgbClr val="14634B"/>
                </a:solidFill>
              </a:defRPr>
            </a:lvl4pPr>
            <a:lvl5pPr algn="l">
              <a:buNone/>
              <a:defRPr sz="4650" b="1">
                <a:solidFill>
                  <a:srgbClr val="14634B"/>
                </a:solidFill>
              </a:defRPr>
            </a:lvl5pPr>
            <a:lvl6pPr algn="l">
              <a:buNone/>
              <a:defRPr sz="4650" b="1">
                <a:solidFill>
                  <a:srgbClr val="14634B"/>
                </a:solidFill>
              </a:defRPr>
            </a:lvl6pPr>
            <a:lvl7pPr algn="l">
              <a:buNone/>
              <a:defRPr sz="4650" b="1">
                <a:solidFill>
                  <a:srgbClr val="14634B"/>
                </a:solidFill>
              </a:defRPr>
            </a:lvl7pPr>
            <a:lvl8pPr algn="l">
              <a:buNone/>
              <a:defRPr sz="4650" b="1">
                <a:solidFill>
                  <a:srgbClr val="14634B"/>
                </a:solidFill>
              </a:defRPr>
            </a:lvl8pPr>
            <a:lvl9pPr algn="l">
              <a:buNone/>
              <a:defRPr sz="46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14634B"/>
                </a:solidFill>
              </a:defRPr>
            </a:pPr>
            <a:r>
              <a:rPr sz="4650" b="1">
                <a:solidFill>
                  <a:srgbClr val="14634B"/>
                </a:solidFill>
              </a:rPr>
              <a:t>8,969</a:t>
            </a:r>
          </a:p>
        </p:txBody>
      </p:sp>
      <p:sp>
        <p:nvSpPr>
          <p:cNvPr id="10" name="對應訂單明細">
            <a:extLst xmlns:a="http://schemas.openxmlformats.org/drawingml/2006/main">
              <a:ext uri="{FF2B5EF4-FFF2-40B4-BE49-F238E27FC236}">
                <a16:creationId xmlns:a16="http://schemas.microsoft.com/office/drawing/2014/main" id="{F5E3DC9A-3C6F-4BE4-8A51-16869120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860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36760"/>
                </a:solidFill>
              </a:defRPr>
            </a:defPPr>
            <a:lvl1pPr algn="l">
              <a:buNone/>
              <a:defRPr sz="1875" b="0">
                <a:solidFill>
                  <a:srgbClr val="536760"/>
                </a:solidFill>
              </a:defRPr>
            </a:lvl1pPr>
            <a:lvl2pPr algn="l">
              <a:buNone/>
              <a:defRPr sz="1875" b="0">
                <a:solidFill>
                  <a:srgbClr val="536760"/>
                </a:solidFill>
              </a:defRPr>
            </a:lvl2pPr>
            <a:lvl3pPr algn="l">
              <a:buNone/>
              <a:defRPr sz="1875" b="0">
                <a:solidFill>
                  <a:srgbClr val="536760"/>
                </a:solidFill>
              </a:defRPr>
            </a:lvl3pPr>
            <a:lvl4pPr algn="l">
              <a:buNone/>
              <a:defRPr sz="1875" b="0">
                <a:solidFill>
                  <a:srgbClr val="536760"/>
                </a:solidFill>
              </a:defRPr>
            </a:lvl4pPr>
            <a:lvl5pPr algn="l">
              <a:buNone/>
              <a:defRPr sz="1875" b="0">
                <a:solidFill>
                  <a:srgbClr val="536760"/>
                </a:solidFill>
              </a:defRPr>
            </a:lvl5pPr>
            <a:lvl6pPr algn="l">
              <a:buNone/>
              <a:defRPr sz="1875" b="0">
                <a:solidFill>
                  <a:srgbClr val="536760"/>
                </a:solidFill>
              </a:defRPr>
            </a:lvl6pPr>
            <a:lvl7pPr algn="l">
              <a:buNone/>
              <a:defRPr sz="1875" b="0">
                <a:solidFill>
                  <a:srgbClr val="536760"/>
                </a:solidFill>
              </a:defRPr>
            </a:lvl7pPr>
            <a:lvl8pPr algn="l">
              <a:buNone/>
              <a:defRPr sz="1875" b="0">
                <a:solidFill>
                  <a:srgbClr val="536760"/>
                </a:solidFill>
              </a:defRPr>
            </a:lvl8pPr>
            <a:lvl9pPr algn="l">
              <a:buNone/>
              <a:defRPr sz="18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36760"/>
                </a:solidFill>
              </a:defRPr>
            </a:pPr>
            <a:r>
              <a:rPr sz="1875" b="0">
                <a:solidFill>
                  <a:srgbClr val="536760"/>
                </a:solidFill>
              </a:rPr>
              <a:t>對應訂單明細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2DE18-DF6C-4AC5-BDC7-12B07729DEF4}"/>
              </a:ext>
            </a:extLst>
          </p:cNvPr>
          <p:cNvGraphicFramePr/>
          <p:nvPr/>
        </p:nvGraphicFramePr>
        <p:xfrm>
          <a:off xmlns:a="http://schemas.openxmlformats.org/drawingml/2006/main" x="619125" y="3238500"/>
          <a:ext xmlns:a="http://schemas.openxmlformats.org/drawingml/2006/main" cx="1095375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34250"/>
              </a:tblGrid>
              <a:tr h="4476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資料群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關聯與用途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447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products / product_skus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一項商品對應規格、價格與庫存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users / carts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會員登入與持久購物車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447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orders / order_items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訂單主檔、商品快照與金額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behavior_events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搜尋、瀏覽、加購及購買事件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</a:tbl>
          </a:graphicData>
        </a:graphic>
      </p:graphicFrame>
      <p:sp>
        <p:nvSpPr>
          <p:cNvPr id="12" name="D4：1,240 筆合成事件已驗證；四類事件各 31">
            <a:extLst xmlns:a="http://schemas.openxmlformats.org/drawingml/2006/main">
              <a:ext uri="{FF2B5EF4-FFF2-40B4-BE49-F238E27FC236}">
                <a16:creationId xmlns:a16="http://schemas.microsoft.com/office/drawing/2014/main" id="{E3B15BD2-31B9-4A88-9A51-B72C24BE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>
                <a:solidFill>
                  <a:srgbClr val="14634B"/>
                </a:solidFill>
              </a:defRPr>
            </a:defPPr>
            <a:lvl1pPr algn="l">
              <a:buNone/>
              <a:defRPr sz="1950" b="1">
                <a:solidFill>
                  <a:srgbClr val="14634B"/>
                </a:solidFill>
              </a:defRPr>
            </a:lvl1pPr>
            <a:lvl2pPr algn="l">
              <a:buNone/>
              <a:defRPr sz="1950" b="1">
                <a:solidFill>
                  <a:srgbClr val="14634B"/>
                </a:solidFill>
              </a:defRPr>
            </a:lvl2pPr>
            <a:lvl3pPr algn="l">
              <a:buNone/>
              <a:defRPr sz="1950" b="1">
                <a:solidFill>
                  <a:srgbClr val="14634B"/>
                </a:solidFill>
              </a:defRPr>
            </a:lvl3pPr>
            <a:lvl4pPr algn="l">
              <a:buNone/>
              <a:defRPr sz="1950" b="1">
                <a:solidFill>
                  <a:srgbClr val="14634B"/>
                </a:solidFill>
              </a:defRPr>
            </a:lvl4pPr>
            <a:lvl5pPr algn="l">
              <a:buNone/>
              <a:defRPr sz="1950" b="1">
                <a:solidFill>
                  <a:srgbClr val="14634B"/>
                </a:solidFill>
              </a:defRPr>
            </a:lvl5pPr>
            <a:lvl6pPr algn="l">
              <a:buNone/>
              <a:defRPr sz="1950" b="1">
                <a:solidFill>
                  <a:srgbClr val="14634B"/>
                </a:solidFill>
              </a:defRPr>
            </a:lvl6pPr>
            <a:lvl7pPr algn="l">
              <a:buNone/>
              <a:defRPr sz="1950" b="1">
                <a:solidFill>
                  <a:srgbClr val="14634B"/>
                </a:solidFill>
              </a:defRPr>
            </a:lvl7pPr>
            <a:lvl8pPr algn="l">
              <a:buNone/>
              <a:defRPr sz="1950" b="1">
                <a:solidFill>
                  <a:srgbClr val="14634B"/>
                </a:solidFill>
              </a:defRPr>
            </a:lvl8pPr>
            <a:lvl9pPr algn="l">
              <a:buNone/>
              <a:defRPr sz="19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634B"/>
                </a:solidFill>
              </a:defRPr>
            </a:pPr>
            <a:r>
              <a:rPr sz="1950" b="1">
                <a:solidFill>
                  <a:srgbClr val="14634B"/>
                </a:solidFill>
              </a:rPr>
              <a:t>D4：1,240 筆合成事件已驗證；四類事件各 310 筆，重送新增 0</a:t>
            </a:r>
          </a:p>
        </p:txBody>
      </p:sp>
    </p:spTree>
    <p:extLst>
      <p:ext uri="{BB962C8B-B14F-4D97-AF65-F5344CB8AC3E}">
        <p14:creationId xmlns:p14="http://schemas.microsoft.com/office/powerpoint/2010/main" val="911842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商品搜尋與 SKU 一致性">
            <a:extLst xmlns:a="http://schemas.openxmlformats.org/drawingml/2006/main">
              <a:ext uri="{FF2B5EF4-FFF2-40B4-BE49-F238E27FC236}">
                <a16:creationId xmlns:a16="http://schemas.microsoft.com/office/drawing/2014/main" id="{4DE3128E-877E-42BD-B786-678C03E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商品搜尋與 SKU 一致性</a:t>
            </a:r>
          </a:p>
        </p:txBody>
      </p:sp>
      <p:sp>
        <p:nvSpPr>
          <p:cNvPr id="2" name="商品畫面、價格與可購庫存使用同一份 SKU 資料">
            <a:extLst xmlns:a="http://schemas.openxmlformats.org/drawingml/2006/main">
              <a:ext uri="{FF2B5EF4-FFF2-40B4-BE49-F238E27FC236}">
                <a16:creationId xmlns:a16="http://schemas.microsoft.com/office/drawing/2014/main" id="{EBF1221E-50F3-4F3A-93AA-45C0EC3D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商品畫面、價格與可購庫存使用同一份 SKU 資料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609D1D11-0C9D-4EEB-8DA5-C17A6B24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E2E06912-03C8-44EE-91A1-E315DF1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05</a:t>
            </a:r>
          </a:p>
        </p:txBody>
      </p:sp>
      <p:sp>
        <p:nvSpPr>
          <p:cNvPr id="5" name="搜尋與分類">
            <a:extLst xmlns:a="http://schemas.openxmlformats.org/drawingml/2006/main">
              <a:ext uri="{FF2B5EF4-FFF2-40B4-BE49-F238E27FC236}">
                <a16:creationId xmlns:a16="http://schemas.microsoft.com/office/drawing/2014/main" id="{6223766D-FD6D-47E6-9C3C-C9B20241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搜尋與分類</a:t>
            </a:r>
          </a:p>
        </p:txBody>
      </p:sp>
      <p:sp>
        <p:nvSpPr>
          <p:cNvPr id="6" name="關鍵字、分類與分頁&#10;無結果時提供清楚提示">
            <a:extLst xmlns:a="http://schemas.openxmlformats.org/drawingml/2006/main">
              <a:ext uri="{FF2B5EF4-FFF2-40B4-BE49-F238E27FC236}">
                <a16:creationId xmlns:a16="http://schemas.microsoft.com/office/drawing/2014/main" id="{B7229368-D6C3-46FF-8F91-96CC6DA8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關鍵字、分類與分頁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無結果時提供清楚提示</a:t>
            </a:r>
          </a:p>
        </p:txBody>
      </p:sp>
      <p:sp>
        <p:nvSpPr>
          <p:cNvPr id="7" name="商品與規格核對">
            <a:extLst xmlns:a="http://schemas.openxmlformats.org/drawingml/2006/main">
              <a:ext uri="{FF2B5EF4-FFF2-40B4-BE49-F238E27FC236}">
                <a16:creationId xmlns:a16="http://schemas.microsoft.com/office/drawing/2014/main" id="{A1757DBD-D302-4A83-94A2-F16901E0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24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商品與規格核對</a:t>
            </a:r>
          </a:p>
        </p:txBody>
      </p:sp>
      <p:sp>
        <p:nvSpPr>
          <p:cNvPr id="8" name="價格 NT$79&#10;庫存 95&#10;10/17 畫面與 A">
            <a:extLst xmlns:a="http://schemas.openxmlformats.org/drawingml/2006/main">
              <a:ext uri="{FF2B5EF4-FFF2-40B4-BE49-F238E27FC236}">
                <a16:creationId xmlns:a16="http://schemas.microsoft.com/office/drawing/2014/main" id="{7C388444-70BD-4872-A1F1-B2E24C4D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0532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價格 NT$79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庫存 95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10/17 畫面與 Atlas 讀回一致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0CD59-6F2D-48D7-8727-B764495FE7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c060d1ef04cbc"/>
          <a:stretch xmlns:a="http://schemas.openxmlformats.org/drawingml/2006/main"/>
        </p:blipFill>
        <p:spPr>
          <a:xfrm xmlns:a="http://schemas.openxmlformats.org/drawingml/2006/main">
            <a:off x="4857750" y="2105465"/>
            <a:ext cx="6715125" cy="3599570"/>
          </a:xfrm>
          <a:prstGeom xmlns:a="http://schemas.openxmlformats.org/drawingml/2006/main" prst="rect">
            <a:avLst/>
          </a:prstGeom>
        </p:spPr>
      </p:pic>
      <p:sp>
        <p:nvSpPr>
          <p:cNvPr id="10" name="S03：10/17 商品實拍，數值為取證當時快照">
            <a:extLst xmlns:a="http://schemas.openxmlformats.org/drawingml/2006/main">
              <a:ext uri="{FF2B5EF4-FFF2-40B4-BE49-F238E27FC236}">
                <a16:creationId xmlns:a16="http://schemas.microsoft.com/office/drawing/2014/main" id="{86B82BE6-9106-4A12-8469-64E2339A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4835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36760"/>
                </a:solidFill>
              </a:defRPr>
            </a:defPPr>
            <a:lvl1pPr algn="l">
              <a:buNone/>
              <a:defRPr sz="1350" b="0">
                <a:solidFill>
                  <a:srgbClr val="536760"/>
                </a:solidFill>
              </a:defRPr>
            </a:lvl1pPr>
            <a:lvl2pPr algn="l">
              <a:buNone/>
              <a:defRPr sz="1350" b="0">
                <a:solidFill>
                  <a:srgbClr val="536760"/>
                </a:solidFill>
              </a:defRPr>
            </a:lvl2pPr>
            <a:lvl3pPr algn="l">
              <a:buNone/>
              <a:defRPr sz="1350" b="0">
                <a:solidFill>
                  <a:srgbClr val="536760"/>
                </a:solidFill>
              </a:defRPr>
            </a:lvl3pPr>
            <a:lvl4pPr algn="l">
              <a:buNone/>
              <a:defRPr sz="1350" b="0">
                <a:solidFill>
                  <a:srgbClr val="536760"/>
                </a:solidFill>
              </a:defRPr>
            </a:lvl4pPr>
            <a:lvl5pPr algn="l">
              <a:buNone/>
              <a:defRPr sz="1350" b="0">
                <a:solidFill>
                  <a:srgbClr val="536760"/>
                </a:solidFill>
              </a:defRPr>
            </a:lvl5pPr>
            <a:lvl6pPr algn="l">
              <a:buNone/>
              <a:defRPr sz="1350" b="0">
                <a:solidFill>
                  <a:srgbClr val="536760"/>
                </a:solidFill>
              </a:defRPr>
            </a:lvl6pPr>
            <a:lvl7pPr algn="l">
              <a:buNone/>
              <a:defRPr sz="1350" b="0">
                <a:solidFill>
                  <a:srgbClr val="536760"/>
                </a:solidFill>
              </a:defRPr>
            </a:lvl7pPr>
            <a:lvl8pPr algn="l">
              <a:buNone/>
              <a:defRPr sz="1350" b="0">
                <a:solidFill>
                  <a:srgbClr val="536760"/>
                </a:solidFill>
              </a:defRPr>
            </a:lvl8pPr>
            <a:lvl9pPr algn="l">
              <a:buNone/>
              <a:defRPr sz="13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36760"/>
                </a:solidFill>
              </a:defRPr>
            </a:pPr>
            <a:r>
              <a:rPr sz="1350" b="0">
                <a:solidFill>
                  <a:srgbClr val="536760"/>
                </a:solidFill>
              </a:rPr>
              <a:t>S03：10/17 商品實拍，數值為取證當時快照</a:t>
            </a:r>
          </a:p>
        </p:txBody>
      </p:sp>
    </p:spTree>
    <p:extLst>
      <p:ext uri="{BB962C8B-B14F-4D97-AF65-F5344CB8AC3E}">
        <p14:creationId xmlns:p14="http://schemas.microsoft.com/office/powerpoint/2010/main" val="412952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會員登入與權限管理">
            <a:extLst xmlns:a="http://schemas.openxmlformats.org/drawingml/2006/main">
              <a:ext uri="{FF2B5EF4-FFF2-40B4-BE49-F238E27FC236}">
                <a16:creationId xmlns:a16="http://schemas.microsoft.com/office/drawing/2014/main" id="{C33A58B9-8867-4AB7-A493-D6677575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會員登入與權限管理</a:t>
            </a:r>
          </a:p>
        </p:txBody>
      </p:sp>
      <p:sp>
        <p:nvSpPr>
          <p:cNvPr id="2" name="每次請求檢查有效會員與管理員角色">
            <a:extLst xmlns:a="http://schemas.openxmlformats.org/drawingml/2006/main">
              <a:ext uri="{FF2B5EF4-FFF2-40B4-BE49-F238E27FC236}">
                <a16:creationId xmlns:a16="http://schemas.microsoft.com/office/drawing/2014/main" id="{2EBA152B-473C-43C4-B3EC-23C5480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每次請求檢查有效會員與管理員角色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255B45CF-3D76-452E-812F-2B989612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3EE70234-3DE5-4FA7-8DD4-4600380E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B4F1F-4A66-403E-A4FE-55511E0BE5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9d4bffd5b4a75"/>
          <a:stretch xmlns:a="http://schemas.openxmlformats.org/drawingml/2006/main"/>
        </p:blipFill>
        <p:spPr>
          <a:xfrm xmlns:a="http://schemas.openxmlformats.org/drawingml/2006/main">
            <a:off x="620063" y="2066925"/>
            <a:ext cx="6998999" cy="3933825"/>
          </a:xfrm>
          <a:prstGeom xmlns:a="http://schemas.openxmlformats.org/drawingml/2006/main" prst="rect">
            <a:avLst/>
          </a:prstGeom>
        </p:spPr>
      </p:pic>
      <p:sp>
        <p:nvSpPr>
          <p:cNvPr id="6" name="驗證重點">
            <a:extLst xmlns:a="http://schemas.openxmlformats.org/drawingml/2006/main">
              <a:ext uri="{FF2B5EF4-FFF2-40B4-BE49-F238E27FC236}">
                <a16:creationId xmlns:a16="http://schemas.microsoft.com/office/drawing/2014/main" id="{8D07B04B-0E2E-4AF9-8995-2F733EA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669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驗證重點</a:t>
            </a:r>
          </a:p>
        </p:txBody>
      </p:sp>
      <p:sp>
        <p:nvSpPr>
          <p:cNvPr id="7" name="有效會員登入&#10;錯誤與停用帳號拒絕&#10;一般會員無法進入後">
            <a:extLst xmlns:a="http://schemas.openxmlformats.org/drawingml/2006/main">
              <a:ext uri="{FF2B5EF4-FFF2-40B4-BE49-F238E27FC236}">
                <a16:creationId xmlns:a16="http://schemas.microsoft.com/office/drawing/2014/main" id="{2256BB1F-2EEE-43E2-8F01-ABCDCF63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05100"/>
            <a:ext cx="35242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有效會員登入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錯誤與停用帳號拒絕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一般會員無法進入後台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每台裝置可獨立撤權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寫入表單驗證 CSRF</a:t>
            </a:r>
          </a:p>
        </p:txBody>
      </p:sp>
      <p:sp>
        <p:nvSpPr>
          <p:cNvPr id="8" name="圖為匿名登入入口；正式同版的完整角色與交易驗收仍待補">
            <a:extLst xmlns:a="http://schemas.openxmlformats.org/drawingml/2006/main">
              <a:ext uri="{FF2B5EF4-FFF2-40B4-BE49-F238E27FC236}">
                <a16:creationId xmlns:a16="http://schemas.microsoft.com/office/drawing/2014/main" id="{BEB3C185-A99F-453A-A188-1B95508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76950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36760"/>
                </a:solidFill>
              </a:defRPr>
            </a:defPPr>
            <a:lvl1pPr algn="l">
              <a:buNone/>
              <a:defRPr sz="1500" b="0">
                <a:solidFill>
                  <a:srgbClr val="536760"/>
                </a:solidFill>
              </a:defRPr>
            </a:lvl1pPr>
            <a:lvl2pPr algn="l">
              <a:buNone/>
              <a:defRPr sz="1500" b="0">
                <a:solidFill>
                  <a:srgbClr val="536760"/>
                </a:solidFill>
              </a:defRPr>
            </a:lvl2pPr>
            <a:lvl3pPr algn="l">
              <a:buNone/>
              <a:defRPr sz="1500" b="0">
                <a:solidFill>
                  <a:srgbClr val="536760"/>
                </a:solidFill>
              </a:defRPr>
            </a:lvl3pPr>
            <a:lvl4pPr algn="l">
              <a:buNone/>
              <a:defRPr sz="1500" b="0">
                <a:solidFill>
                  <a:srgbClr val="536760"/>
                </a:solidFill>
              </a:defRPr>
            </a:lvl4pPr>
            <a:lvl5pPr algn="l">
              <a:buNone/>
              <a:defRPr sz="1500" b="0">
                <a:solidFill>
                  <a:srgbClr val="536760"/>
                </a:solidFill>
              </a:defRPr>
            </a:lvl5pPr>
            <a:lvl6pPr algn="l">
              <a:buNone/>
              <a:defRPr sz="1500" b="0">
                <a:solidFill>
                  <a:srgbClr val="536760"/>
                </a:solidFill>
              </a:defRPr>
            </a:lvl6pPr>
            <a:lvl7pPr algn="l">
              <a:buNone/>
              <a:defRPr sz="1500" b="0">
                <a:solidFill>
                  <a:srgbClr val="536760"/>
                </a:solidFill>
              </a:defRPr>
            </a:lvl7pPr>
            <a:lvl8pPr algn="l">
              <a:buNone/>
              <a:defRPr sz="1500" b="0">
                <a:solidFill>
                  <a:srgbClr val="536760"/>
                </a:solidFill>
              </a:defRPr>
            </a:lvl8pPr>
            <a:lvl9pPr algn="l">
              <a:buNone/>
              <a:defRPr sz="15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36760"/>
                </a:solidFill>
              </a:defRPr>
            </a:pPr>
            <a:r>
              <a:rPr sz="1500" b="0">
                <a:solidFill>
                  <a:srgbClr val="536760"/>
                </a:solidFill>
              </a:rPr>
              <a:t>圖為匿名登入入口；正式同版的完整角色與交易驗收仍待補</a:t>
            </a:r>
          </a:p>
        </p:txBody>
      </p:sp>
    </p:spTree>
    <p:extLst>
      <p:ext uri="{BB962C8B-B14F-4D97-AF65-F5344CB8AC3E}">
        <p14:creationId xmlns:p14="http://schemas.microsoft.com/office/powerpoint/2010/main" val="1135270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6DC23-9111-4901-9DBE-2D2C9FE7AFD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15450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DEAF4-997D-47D8-9F1C-FA4C6FBD6B9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77075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B98DD-DAC2-4E3F-AF7E-CF76019049D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38700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84C96-6094-4F75-A89F-028F3CD6585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00325" y="2562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sp>
        <p:nvSpPr>
          <p:cNvPr id="19" name="購物車與示範結帳">
            <a:extLst xmlns:a="http://schemas.openxmlformats.org/drawingml/2006/main">
              <a:ext uri="{FF2B5EF4-FFF2-40B4-BE49-F238E27FC236}">
                <a16:creationId xmlns:a16="http://schemas.microsoft.com/office/drawing/2014/main" id="{8966100C-1979-40D0-AC2C-61BF8A7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購物車與示範結帳</a:t>
            </a:r>
          </a:p>
        </p:txBody>
      </p:sp>
      <p:sp>
        <p:nvSpPr>
          <p:cNvPr id="2" name="服務以交易、版本檢查與操作識別碼維持資料一致">
            <a:extLst xmlns:a="http://schemas.openxmlformats.org/drawingml/2006/main">
              <a:ext uri="{FF2B5EF4-FFF2-40B4-BE49-F238E27FC236}">
                <a16:creationId xmlns:a16="http://schemas.microsoft.com/office/drawing/2014/main" id="{15A01491-8436-4195-8EE8-7375552B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服務以交易、版本檢查與操作識別碼維持資料一致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96C1F493-0805-43BC-ADE2-D92DFC16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7BFC62D4-8168-4F8A-A258-DD1B9F70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07</a:t>
            </a:r>
          </a:p>
        </p:txBody>
      </p:sp>
      <p:sp>
        <p:nvSpPr>
          <p:cNvPr id="5" name="選擇 SKU">
            <a:extLst xmlns:a="http://schemas.openxmlformats.org/drawingml/2006/main">
              <a:ext uri="{FF2B5EF4-FFF2-40B4-BE49-F238E27FC236}">
                <a16:creationId xmlns:a16="http://schemas.microsoft.com/office/drawing/2014/main" id="{B18F704F-0F08-4FEA-ABF3-0A9E843E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buNone/>
              <a:defRPr sz="1800" b="1">
                <a:solidFill>
                  <a:srgbClr val="17342E"/>
                </a:solidFill>
              </a:defRPr>
            </a:lvl1pPr>
            <a:lvl2pPr algn="ctr">
              <a:buNone/>
              <a:defRPr sz="1800" b="1">
                <a:solidFill>
                  <a:srgbClr val="17342E"/>
                </a:solidFill>
              </a:defRPr>
            </a:lvl2pPr>
            <a:lvl3pPr algn="ctr">
              <a:buNone/>
              <a:defRPr sz="1800" b="1">
                <a:solidFill>
                  <a:srgbClr val="17342E"/>
                </a:solidFill>
              </a:defRPr>
            </a:lvl3pPr>
            <a:lvl4pPr algn="ctr">
              <a:buNone/>
              <a:defRPr sz="1800" b="1">
                <a:solidFill>
                  <a:srgbClr val="17342E"/>
                </a:solidFill>
              </a:defRPr>
            </a:lvl4pPr>
            <a:lvl5pPr algn="ctr">
              <a:buNone/>
              <a:defRPr sz="1800" b="1">
                <a:solidFill>
                  <a:srgbClr val="17342E"/>
                </a:solidFill>
              </a:defRPr>
            </a:lvl5pPr>
            <a:lvl6pPr algn="ctr">
              <a:buNone/>
              <a:defRPr sz="1800" b="1">
                <a:solidFill>
                  <a:srgbClr val="17342E"/>
                </a:solidFill>
              </a:defRPr>
            </a:lvl6pPr>
            <a:lvl7pPr algn="ctr">
              <a:buNone/>
              <a:defRPr sz="1800" b="1">
                <a:solidFill>
                  <a:srgbClr val="17342E"/>
                </a:solidFill>
              </a:defRPr>
            </a:lvl7pPr>
            <a:lvl8pPr algn="ctr">
              <a:buNone/>
              <a:defRPr sz="1800" b="1">
                <a:solidFill>
                  <a:srgbClr val="17342E"/>
                </a:solidFill>
              </a:defRPr>
            </a:lvl8pPr>
            <a:lvl9pPr algn="ctr">
              <a:buNone/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選擇 SKU</a:t>
            </a:r>
          </a:p>
        </p:txBody>
      </p:sp>
      <p:sp>
        <p:nvSpPr>
          <p:cNvPr id="6" name="加入購物車">
            <a:extLst xmlns:a="http://schemas.openxmlformats.org/drawingml/2006/main">
              <a:ext uri="{FF2B5EF4-FFF2-40B4-BE49-F238E27FC236}">
                <a16:creationId xmlns:a16="http://schemas.microsoft.com/office/drawing/2014/main" id="{82951B20-5406-47D1-92B5-30A66568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buNone/>
              <a:defRPr sz="1800" b="1">
                <a:solidFill>
                  <a:srgbClr val="17342E"/>
                </a:solidFill>
              </a:defRPr>
            </a:lvl1pPr>
            <a:lvl2pPr algn="ctr">
              <a:buNone/>
              <a:defRPr sz="1800" b="1">
                <a:solidFill>
                  <a:srgbClr val="17342E"/>
                </a:solidFill>
              </a:defRPr>
            </a:lvl2pPr>
            <a:lvl3pPr algn="ctr">
              <a:buNone/>
              <a:defRPr sz="1800" b="1">
                <a:solidFill>
                  <a:srgbClr val="17342E"/>
                </a:solidFill>
              </a:defRPr>
            </a:lvl3pPr>
            <a:lvl4pPr algn="ctr">
              <a:buNone/>
              <a:defRPr sz="1800" b="1">
                <a:solidFill>
                  <a:srgbClr val="17342E"/>
                </a:solidFill>
              </a:defRPr>
            </a:lvl4pPr>
            <a:lvl5pPr algn="ctr">
              <a:buNone/>
              <a:defRPr sz="1800" b="1">
                <a:solidFill>
                  <a:srgbClr val="17342E"/>
                </a:solidFill>
              </a:defRPr>
            </a:lvl5pPr>
            <a:lvl6pPr algn="ctr">
              <a:buNone/>
              <a:defRPr sz="1800" b="1">
                <a:solidFill>
                  <a:srgbClr val="17342E"/>
                </a:solidFill>
              </a:defRPr>
            </a:lvl6pPr>
            <a:lvl7pPr algn="ctr">
              <a:buNone/>
              <a:defRPr sz="1800" b="1">
                <a:solidFill>
                  <a:srgbClr val="17342E"/>
                </a:solidFill>
              </a:defRPr>
            </a:lvl7pPr>
            <a:lvl8pPr algn="ctr">
              <a:buNone/>
              <a:defRPr sz="1800" b="1">
                <a:solidFill>
                  <a:srgbClr val="17342E"/>
                </a:solidFill>
              </a:defRPr>
            </a:lvl8pPr>
            <a:lvl9pPr algn="ctr">
              <a:buNone/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加入購物車</a:t>
            </a:r>
          </a:p>
        </p:txBody>
      </p:sp>
      <p:sp>
        <p:nvSpPr>
          <p:cNvPr id="7" name="調整數量">
            <a:extLst xmlns:a="http://schemas.openxmlformats.org/drawingml/2006/main">
              <a:ext uri="{FF2B5EF4-FFF2-40B4-BE49-F238E27FC236}">
                <a16:creationId xmlns:a16="http://schemas.microsoft.com/office/drawing/2014/main" id="{A48FD72F-A2EA-4157-8F51-8287A170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buNone/>
              <a:defRPr sz="1800" b="1">
                <a:solidFill>
                  <a:srgbClr val="17342E"/>
                </a:solidFill>
              </a:defRPr>
            </a:lvl1pPr>
            <a:lvl2pPr algn="ctr">
              <a:buNone/>
              <a:defRPr sz="1800" b="1">
                <a:solidFill>
                  <a:srgbClr val="17342E"/>
                </a:solidFill>
              </a:defRPr>
            </a:lvl2pPr>
            <a:lvl3pPr algn="ctr">
              <a:buNone/>
              <a:defRPr sz="1800" b="1">
                <a:solidFill>
                  <a:srgbClr val="17342E"/>
                </a:solidFill>
              </a:defRPr>
            </a:lvl3pPr>
            <a:lvl4pPr algn="ctr">
              <a:buNone/>
              <a:defRPr sz="1800" b="1">
                <a:solidFill>
                  <a:srgbClr val="17342E"/>
                </a:solidFill>
              </a:defRPr>
            </a:lvl4pPr>
            <a:lvl5pPr algn="ctr">
              <a:buNone/>
              <a:defRPr sz="1800" b="1">
                <a:solidFill>
                  <a:srgbClr val="17342E"/>
                </a:solidFill>
              </a:defRPr>
            </a:lvl5pPr>
            <a:lvl6pPr algn="ctr">
              <a:buNone/>
              <a:defRPr sz="1800" b="1">
                <a:solidFill>
                  <a:srgbClr val="17342E"/>
                </a:solidFill>
              </a:defRPr>
            </a:lvl6pPr>
            <a:lvl7pPr algn="ctr">
              <a:buNone/>
              <a:defRPr sz="1800" b="1">
                <a:solidFill>
                  <a:srgbClr val="17342E"/>
                </a:solidFill>
              </a:defRPr>
            </a:lvl7pPr>
            <a:lvl8pPr algn="ctr">
              <a:buNone/>
              <a:defRPr sz="1800" b="1">
                <a:solidFill>
                  <a:srgbClr val="17342E"/>
                </a:solidFill>
              </a:defRPr>
            </a:lvl8pPr>
            <a:lvl9pPr algn="ctr">
              <a:buNone/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調整數量</a:t>
            </a:r>
          </a:p>
        </p:txBody>
      </p:sp>
      <p:sp>
        <p:nvSpPr>
          <p:cNvPr id="8" name="示範結帳">
            <a:extLst xmlns:a="http://schemas.openxmlformats.org/drawingml/2006/main">
              <a:ext uri="{FF2B5EF4-FFF2-40B4-BE49-F238E27FC236}">
                <a16:creationId xmlns:a16="http://schemas.microsoft.com/office/drawing/2014/main" id="{D38B11CF-E097-47EC-9E4A-F2996B6D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buNone/>
              <a:defRPr sz="1800" b="1">
                <a:solidFill>
                  <a:srgbClr val="17342E"/>
                </a:solidFill>
              </a:defRPr>
            </a:lvl1pPr>
            <a:lvl2pPr algn="ctr">
              <a:buNone/>
              <a:defRPr sz="1800" b="1">
                <a:solidFill>
                  <a:srgbClr val="17342E"/>
                </a:solidFill>
              </a:defRPr>
            </a:lvl2pPr>
            <a:lvl3pPr algn="ctr">
              <a:buNone/>
              <a:defRPr sz="1800" b="1">
                <a:solidFill>
                  <a:srgbClr val="17342E"/>
                </a:solidFill>
              </a:defRPr>
            </a:lvl3pPr>
            <a:lvl4pPr algn="ctr">
              <a:buNone/>
              <a:defRPr sz="1800" b="1">
                <a:solidFill>
                  <a:srgbClr val="17342E"/>
                </a:solidFill>
              </a:defRPr>
            </a:lvl4pPr>
            <a:lvl5pPr algn="ctr">
              <a:buNone/>
              <a:defRPr sz="1800" b="1">
                <a:solidFill>
                  <a:srgbClr val="17342E"/>
                </a:solidFill>
              </a:defRPr>
            </a:lvl5pPr>
            <a:lvl6pPr algn="ctr">
              <a:buNone/>
              <a:defRPr sz="1800" b="1">
                <a:solidFill>
                  <a:srgbClr val="17342E"/>
                </a:solidFill>
              </a:defRPr>
            </a:lvl6pPr>
            <a:lvl7pPr algn="ctr">
              <a:buNone/>
              <a:defRPr sz="1800" b="1">
                <a:solidFill>
                  <a:srgbClr val="17342E"/>
                </a:solidFill>
              </a:defRPr>
            </a:lvl7pPr>
            <a:lvl8pPr algn="ctr">
              <a:buNone/>
              <a:defRPr sz="1800" b="1">
                <a:solidFill>
                  <a:srgbClr val="17342E"/>
                </a:solidFill>
              </a:defRPr>
            </a:lvl8pPr>
            <a:lvl9pPr algn="ctr">
              <a:buNone/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示範結帳</a:t>
            </a:r>
          </a:p>
        </p:txBody>
      </p:sp>
      <p:sp>
        <p:nvSpPr>
          <p:cNvPr id="9" name="訂單與明細">
            <a:extLst xmlns:a="http://schemas.openxmlformats.org/drawingml/2006/main">
              <a:ext uri="{FF2B5EF4-FFF2-40B4-BE49-F238E27FC236}">
                <a16:creationId xmlns:a16="http://schemas.microsoft.com/office/drawing/2014/main" id="{D4C73DC9-D0B4-4131-BF96-2748D5A7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717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9"/>
          </a:solidFill>
          <a:ln xmlns:a="http://schemas.openxmlformats.org/drawingml/2006/main" w="12383">
            <a:solidFill>
              <a:srgbClr val="14634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7342E"/>
                </a:solidFill>
              </a:defRPr>
            </a:defPPr>
            <a:lvl1pPr algn="ctr">
              <a:buNone/>
              <a:defRPr sz="1800" b="1">
                <a:solidFill>
                  <a:srgbClr val="17342E"/>
                </a:solidFill>
              </a:defRPr>
            </a:lvl1pPr>
            <a:lvl2pPr algn="ctr">
              <a:buNone/>
              <a:defRPr sz="1800" b="1">
                <a:solidFill>
                  <a:srgbClr val="17342E"/>
                </a:solidFill>
              </a:defRPr>
            </a:lvl2pPr>
            <a:lvl3pPr algn="ctr">
              <a:buNone/>
              <a:defRPr sz="1800" b="1">
                <a:solidFill>
                  <a:srgbClr val="17342E"/>
                </a:solidFill>
              </a:defRPr>
            </a:lvl3pPr>
            <a:lvl4pPr algn="ctr">
              <a:buNone/>
              <a:defRPr sz="1800" b="1">
                <a:solidFill>
                  <a:srgbClr val="17342E"/>
                </a:solidFill>
              </a:defRPr>
            </a:lvl4pPr>
            <a:lvl5pPr algn="ctr">
              <a:buNone/>
              <a:defRPr sz="1800" b="1">
                <a:solidFill>
                  <a:srgbClr val="17342E"/>
                </a:solidFill>
              </a:defRPr>
            </a:lvl5pPr>
            <a:lvl6pPr algn="ctr">
              <a:buNone/>
              <a:defRPr sz="1800" b="1">
                <a:solidFill>
                  <a:srgbClr val="17342E"/>
                </a:solidFill>
              </a:defRPr>
            </a:lvl6pPr>
            <a:lvl7pPr algn="ctr">
              <a:buNone/>
              <a:defRPr sz="1800" b="1">
                <a:solidFill>
                  <a:srgbClr val="17342E"/>
                </a:solidFill>
              </a:defRPr>
            </a:lvl7pPr>
            <a:lvl8pPr algn="ctr">
              <a:buNone/>
              <a:defRPr sz="1800" b="1">
                <a:solidFill>
                  <a:srgbClr val="17342E"/>
                </a:solidFill>
              </a:defRPr>
            </a:lvl8pPr>
            <a:lvl9pPr algn="ctr">
              <a:buNone/>
              <a:defRPr sz="18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42E"/>
                </a:solidFill>
              </a:defRPr>
            </a:pPr>
            <a:r>
              <a:rPr sz="1800" b="1">
                <a:solidFill>
                  <a:srgbClr val="17342E"/>
                </a:solidFill>
              </a:rPr>
              <a:t>訂單與明細</a:t>
            </a:r>
          </a:p>
        </p:txBody>
      </p:sp>
      <p:sp>
        <p:nvSpPr>
          <p:cNvPr id="14" name="版本與重送">
            <a:extLst xmlns:a="http://schemas.openxmlformats.org/drawingml/2006/main">
              <a:ext uri="{FF2B5EF4-FFF2-40B4-BE49-F238E27FC236}">
                <a16:creationId xmlns:a16="http://schemas.microsoft.com/office/drawing/2014/main" id="{E9DF4C8E-54C9-4B7A-B1BC-DE76293E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版本與重送</a:t>
            </a:r>
          </a:p>
        </p:txBody>
      </p:sp>
      <p:sp>
        <p:nvSpPr>
          <p:cNvPr id="15" name="購物車版本不同時回報衝突&#10;同一結帳識別碼重送不重複扣">
            <a:extLst xmlns:a="http://schemas.openxmlformats.org/drawingml/2006/main">
              <a:ext uri="{FF2B5EF4-FFF2-40B4-BE49-F238E27FC236}">
                <a16:creationId xmlns:a16="http://schemas.microsoft.com/office/drawing/2014/main" id="{EE6B4708-1239-4C2E-BD0F-E561E8AA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9577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購物車版本不同時回報衝突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同一結帳識別碼重送不重複扣庫存</a:t>
            </a:r>
          </a:p>
        </p:txBody>
      </p:sp>
      <p:sp>
        <p:nvSpPr>
          <p:cNvPr id="16" name="交易與回滾">
            <a:extLst xmlns:a="http://schemas.openxmlformats.org/drawingml/2006/main">
              <a:ext uri="{FF2B5EF4-FFF2-40B4-BE49-F238E27FC236}">
                <a16:creationId xmlns:a16="http://schemas.microsoft.com/office/drawing/2014/main" id="{6CE4C64C-4777-46DA-A8E6-A3518E29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交易與回滾</a:t>
            </a:r>
          </a:p>
        </p:txBody>
      </p:sp>
      <p:sp>
        <p:nvSpPr>
          <p:cNvPr id="17" name="訂單、明細與庫存在交易內完成&#10;缺貨或中途錯誤時回滾">
            <a:extLst xmlns:a="http://schemas.openxmlformats.org/drawingml/2006/main">
              <a:ext uri="{FF2B5EF4-FFF2-40B4-BE49-F238E27FC236}">
                <a16:creationId xmlns:a16="http://schemas.microsoft.com/office/drawing/2014/main" id="{9BF39FE9-95E5-4419-A23F-1AA2E8F7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9577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訂單、明細與庫存在交易內完成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缺貨或中途錯誤時回滾</a:t>
            </a:r>
          </a:p>
        </p:txBody>
      </p:sp>
      <p:sp>
        <p:nvSpPr>
          <p:cNvPr id="18" name="示範訂單標記 is_demo；付款與物流整合列為後續">
            <a:extLst xmlns:a="http://schemas.openxmlformats.org/drawingml/2006/main">
              <a:ext uri="{FF2B5EF4-FFF2-40B4-BE49-F238E27FC236}">
                <a16:creationId xmlns:a16="http://schemas.microsoft.com/office/drawing/2014/main" id="{DD91E99E-64C8-491E-AE57-6D1FEF47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示範訂單標記 is_demo；付款與物流整合列為後續工作</a:t>
            </a:r>
          </a:p>
        </p:txBody>
      </p:sp>
    </p:spTree>
    <p:extLst>
      <p:ext uri="{BB962C8B-B14F-4D97-AF65-F5344CB8AC3E}">
        <p14:creationId xmlns:p14="http://schemas.microsoft.com/office/powerpoint/2010/main" val="1919347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87F9C-BE0F-4346-B9E2-D903A6C1945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90875" y="380047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dash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32CE6-5C76-4AA3-81BE-1605994561C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190875" y="274320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C5CD"/>
            </a:solidFill>
            <a:prstDash val="solid"/>
            <a:tailEnd type="triangle" w="sm" len="sm"/>
          </a:ln>
        </p:spPr>
      </p:cxnSp>
      <p:sp>
        <p:nvSpPr>
          <p:cNvPr id="14" name="可解釋推薦與退回流程">
            <a:extLst xmlns:a="http://schemas.openxmlformats.org/drawingml/2006/main">
              <a:ext uri="{FF2B5EF4-FFF2-40B4-BE49-F238E27FC236}">
                <a16:creationId xmlns:a16="http://schemas.microsoft.com/office/drawing/2014/main" id="{87FBC092-C2B6-4062-9967-F65D3B65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</a:defRPr>
            </a:defPPr>
            <a:lvl1pPr algn="l">
              <a:buNone/>
              <a:defRPr sz="3300" b="1">
                <a:solidFill>
                  <a:srgbClr val="FFFFFF"/>
                </a:solidFill>
              </a:defRPr>
            </a:lvl1pPr>
            <a:lvl2pPr algn="l">
              <a:buNone/>
              <a:defRPr sz="3300" b="1">
                <a:solidFill>
                  <a:srgbClr val="FFFFFF"/>
                </a:solidFill>
              </a:defRPr>
            </a:lvl2pPr>
            <a:lvl3pPr algn="l">
              <a:buNone/>
              <a:defRPr sz="3300" b="1">
                <a:solidFill>
                  <a:srgbClr val="FFFFFF"/>
                </a:solidFill>
              </a:defRPr>
            </a:lvl3pPr>
            <a:lvl4pPr algn="l">
              <a:buNone/>
              <a:defRPr sz="3300" b="1">
                <a:solidFill>
                  <a:srgbClr val="FFFFFF"/>
                </a:solidFill>
              </a:defRPr>
            </a:lvl4pPr>
            <a:lvl5pPr algn="l">
              <a:buNone/>
              <a:defRPr sz="3300" b="1">
                <a:solidFill>
                  <a:srgbClr val="FFFFFF"/>
                </a:solidFill>
              </a:defRPr>
            </a:lvl5pPr>
            <a:lvl6pPr algn="l">
              <a:buNone/>
              <a:defRPr sz="3300" b="1">
                <a:solidFill>
                  <a:srgbClr val="FFFFFF"/>
                </a:solidFill>
              </a:defRPr>
            </a:lvl6pPr>
            <a:lvl7pPr algn="l">
              <a:buNone/>
              <a:defRPr sz="3300" b="1">
                <a:solidFill>
                  <a:srgbClr val="FFFFFF"/>
                </a:solidFill>
              </a:defRPr>
            </a:lvl7pPr>
            <a:lvl8pPr algn="l">
              <a:buNone/>
              <a:defRPr sz="3300" b="1">
                <a:solidFill>
                  <a:srgbClr val="FFFFFF"/>
                </a:solidFill>
              </a:defRPr>
            </a:lvl8pPr>
            <a:lvl9pPr algn="l">
              <a:buNone/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可解釋推薦與退回流程</a:t>
            </a:r>
          </a:p>
        </p:txBody>
      </p:sp>
      <p:sp>
        <p:nvSpPr>
          <p:cNvPr id="2" name="先確認商品可售，再依查詢與行為資料產生推薦">
            <a:extLst xmlns:a="http://schemas.openxmlformats.org/drawingml/2006/main">
              <a:ext uri="{FF2B5EF4-FFF2-40B4-BE49-F238E27FC236}">
                <a16:creationId xmlns:a16="http://schemas.microsoft.com/office/drawing/2014/main" id="{49740E1B-1D00-4550-A496-4815C547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B8DCD4"/>
                </a:solidFill>
              </a:defRPr>
            </a:defPPr>
            <a:lvl1pPr algn="l">
              <a:buNone/>
              <a:defRPr sz="1800" b="0">
                <a:solidFill>
                  <a:srgbClr val="B8DCD4"/>
                </a:solidFill>
              </a:defRPr>
            </a:lvl1pPr>
            <a:lvl2pPr algn="l">
              <a:buNone/>
              <a:defRPr sz="1800" b="0">
                <a:solidFill>
                  <a:srgbClr val="B8DCD4"/>
                </a:solidFill>
              </a:defRPr>
            </a:lvl2pPr>
            <a:lvl3pPr algn="l">
              <a:buNone/>
              <a:defRPr sz="1800" b="0">
                <a:solidFill>
                  <a:srgbClr val="B8DCD4"/>
                </a:solidFill>
              </a:defRPr>
            </a:lvl3pPr>
            <a:lvl4pPr algn="l">
              <a:buNone/>
              <a:defRPr sz="1800" b="0">
                <a:solidFill>
                  <a:srgbClr val="B8DCD4"/>
                </a:solidFill>
              </a:defRPr>
            </a:lvl4pPr>
            <a:lvl5pPr algn="l">
              <a:buNone/>
              <a:defRPr sz="1800" b="0">
                <a:solidFill>
                  <a:srgbClr val="B8DCD4"/>
                </a:solidFill>
              </a:defRPr>
            </a:lvl5pPr>
            <a:lvl6pPr algn="l">
              <a:buNone/>
              <a:defRPr sz="1800" b="0">
                <a:solidFill>
                  <a:srgbClr val="B8DCD4"/>
                </a:solidFill>
              </a:defRPr>
            </a:lvl6pPr>
            <a:lvl7pPr algn="l">
              <a:buNone/>
              <a:defRPr sz="1800" b="0">
                <a:solidFill>
                  <a:srgbClr val="B8DCD4"/>
                </a:solidFill>
              </a:defRPr>
            </a:lvl7pPr>
            <a:lvl8pPr algn="l">
              <a:buNone/>
              <a:defRPr sz="1800" b="0">
                <a:solidFill>
                  <a:srgbClr val="B8DCD4"/>
                </a:solidFill>
              </a:defRPr>
            </a:lvl8pPr>
            <a:lvl9pPr algn="l">
              <a:buNone/>
              <a:defRPr sz="1800" b="0">
                <a:solidFill>
                  <a:srgbClr val="B8DCD4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8DCD4"/>
                </a:solidFill>
              </a:defRPr>
            </a:pPr>
            <a:r>
              <a:rPr sz="1800" b="0">
                <a:solidFill>
                  <a:srgbClr val="B8DCD4"/>
                </a:solidFill>
              </a:rPr>
              <a:t>先確認商品可售，再依查詢與行為資料產生推薦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E0BFA488-A636-4CEE-A4CF-8A1A1C5F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BCD9D0"/>
                </a:solidFill>
              </a:defRPr>
            </a:defPPr>
            <a:lvl1pPr algn="l">
              <a:buNone/>
              <a:defRPr sz="1200" b="0">
                <a:solidFill>
                  <a:srgbClr val="BCD9D0"/>
                </a:solidFill>
              </a:defRPr>
            </a:lvl1pPr>
            <a:lvl2pPr algn="l">
              <a:buNone/>
              <a:defRPr sz="1200" b="0">
                <a:solidFill>
                  <a:srgbClr val="BCD9D0"/>
                </a:solidFill>
              </a:defRPr>
            </a:lvl2pPr>
            <a:lvl3pPr algn="l">
              <a:buNone/>
              <a:defRPr sz="1200" b="0">
                <a:solidFill>
                  <a:srgbClr val="BCD9D0"/>
                </a:solidFill>
              </a:defRPr>
            </a:lvl3pPr>
            <a:lvl4pPr algn="l">
              <a:buNone/>
              <a:defRPr sz="1200" b="0">
                <a:solidFill>
                  <a:srgbClr val="BCD9D0"/>
                </a:solidFill>
              </a:defRPr>
            </a:lvl4pPr>
            <a:lvl5pPr algn="l">
              <a:buNone/>
              <a:defRPr sz="1200" b="0">
                <a:solidFill>
                  <a:srgbClr val="BCD9D0"/>
                </a:solidFill>
              </a:defRPr>
            </a:lvl5pPr>
            <a:lvl6pPr algn="l">
              <a:buNone/>
              <a:defRPr sz="1200" b="0">
                <a:solidFill>
                  <a:srgbClr val="BCD9D0"/>
                </a:solidFill>
              </a:defRPr>
            </a:lvl6pPr>
            <a:lvl7pPr algn="l">
              <a:buNone/>
              <a:defRPr sz="1200" b="0">
                <a:solidFill>
                  <a:srgbClr val="BCD9D0"/>
                </a:solidFill>
              </a:defRPr>
            </a:lvl7pPr>
            <a:lvl8pPr algn="l">
              <a:buNone/>
              <a:defRPr sz="1200" b="0">
                <a:solidFill>
                  <a:srgbClr val="BCD9D0"/>
                </a:solidFill>
              </a:defRPr>
            </a:lvl8pPr>
            <a:lvl9pPr algn="l">
              <a:buNone/>
              <a:defRPr sz="1200" b="0">
                <a:solidFill>
                  <a:srgbClr val="BCD9D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CD9D0"/>
                </a:solidFill>
              </a:defRPr>
            </a:pPr>
            <a:r>
              <a:rPr sz="1200" b="0">
                <a:solidFill>
                  <a:srgbClr val="BCD9D0"/>
                </a:solidFill>
              </a:rPr>
              <a:t>VibeCart AI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F2BB5B72-1534-4AE8-9698-E08BC164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8C5CD"/>
                </a:solidFill>
              </a:defRPr>
            </a:defPPr>
            <a:lvl1pPr algn="l">
              <a:buNone/>
              <a:defRPr sz="1350" b="1">
                <a:solidFill>
                  <a:srgbClr val="38C5CD"/>
                </a:solidFill>
              </a:defRPr>
            </a:lvl1pPr>
            <a:lvl2pPr algn="l">
              <a:buNone/>
              <a:defRPr sz="1350" b="1">
                <a:solidFill>
                  <a:srgbClr val="38C5CD"/>
                </a:solidFill>
              </a:defRPr>
            </a:lvl2pPr>
            <a:lvl3pPr algn="l">
              <a:buNone/>
              <a:defRPr sz="1350" b="1">
                <a:solidFill>
                  <a:srgbClr val="38C5CD"/>
                </a:solidFill>
              </a:defRPr>
            </a:lvl3pPr>
            <a:lvl4pPr algn="l">
              <a:buNone/>
              <a:defRPr sz="1350" b="1">
                <a:solidFill>
                  <a:srgbClr val="38C5CD"/>
                </a:solidFill>
              </a:defRPr>
            </a:lvl4pPr>
            <a:lvl5pPr algn="l">
              <a:buNone/>
              <a:defRPr sz="1350" b="1">
                <a:solidFill>
                  <a:srgbClr val="38C5CD"/>
                </a:solidFill>
              </a:defRPr>
            </a:lvl5pPr>
            <a:lvl6pPr algn="l">
              <a:buNone/>
              <a:defRPr sz="1350" b="1">
                <a:solidFill>
                  <a:srgbClr val="38C5CD"/>
                </a:solidFill>
              </a:defRPr>
            </a:lvl6pPr>
            <a:lvl7pPr algn="l">
              <a:buNone/>
              <a:defRPr sz="1350" b="1">
                <a:solidFill>
                  <a:srgbClr val="38C5CD"/>
                </a:solidFill>
              </a:defRPr>
            </a:lvl7pPr>
            <a:lvl8pPr algn="l">
              <a:buNone/>
              <a:defRPr sz="1350" b="1">
                <a:solidFill>
                  <a:srgbClr val="38C5CD"/>
                </a:solidFill>
              </a:defRPr>
            </a:lvl8pPr>
            <a:lvl9pPr algn="l">
              <a:buNone/>
              <a:defRPr sz="1350" b="1">
                <a:solidFill>
                  <a:srgbClr val="38C5C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38C5CD"/>
                </a:solidFill>
              </a:defRPr>
            </a:pPr>
            <a:r>
              <a:rPr sz="1350" b="1">
                <a:solidFill>
                  <a:srgbClr val="38C5CD"/>
                </a:solidFill>
              </a:rPr>
              <a:t>08</a:t>
            </a:r>
          </a:p>
        </p:txBody>
      </p:sp>
      <p:sp>
        <p:nvSpPr>
          <p:cNvPr id="5" name="有效商品與可購庫存">
            <a:extLst xmlns:a="http://schemas.openxmlformats.org/drawingml/2006/main">
              <a:ext uri="{FF2B5EF4-FFF2-40B4-BE49-F238E27FC236}">
                <a16:creationId xmlns:a16="http://schemas.microsoft.com/office/drawing/2014/main" id="{D5F94398-508E-47D5-AE29-984C64B9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有效商品與可購庫存</a:t>
            </a:r>
          </a:p>
        </p:txBody>
      </p:sp>
      <p:sp>
        <p:nvSpPr>
          <p:cNvPr id="6" name="規則基線與冷啟動">
            <a:extLst xmlns:a="http://schemas.openxmlformats.org/drawingml/2006/main">
              <a:ext uri="{FF2B5EF4-FFF2-40B4-BE49-F238E27FC236}">
                <a16:creationId xmlns:a16="http://schemas.microsoft.com/office/drawing/2014/main" id="{4DA579A1-46D8-49D1-A35E-1E90C6EF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規則基線與冷啟動</a:t>
            </a:r>
          </a:p>
        </p:txBody>
      </p:sp>
      <p:sp>
        <p:nvSpPr>
          <p:cNvPr id="7" name="BGE 語意相似排序">
            <a:extLst xmlns:a="http://schemas.openxmlformats.org/drawingml/2006/main">
              <a:ext uri="{FF2B5EF4-FFF2-40B4-BE49-F238E27FC236}">
                <a16:creationId xmlns:a16="http://schemas.microsoft.com/office/drawing/2014/main" id="{F84AD237-712D-4D6A-BA0C-A3D850B5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653"/>
          </a:solidFill>
          <a:ln xmlns:a="http://schemas.openxmlformats.org/drawingml/2006/main" w="12383">
            <a:solidFill>
              <a:srgbClr val="46768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buNone/>
              <a:defRPr sz="1800" b="1">
                <a:solidFill>
                  <a:srgbClr val="FFFFFF"/>
                </a:solidFill>
              </a:defRPr>
            </a:lvl1pPr>
            <a:lvl2pPr algn="ctr">
              <a:buNone/>
              <a:defRPr sz="1800" b="1">
                <a:solidFill>
                  <a:srgbClr val="FFFFFF"/>
                </a:solidFill>
              </a:defRPr>
            </a:lvl2pPr>
            <a:lvl3pPr algn="ctr">
              <a:buNone/>
              <a:defRPr sz="1800" b="1">
                <a:solidFill>
                  <a:srgbClr val="FFFFFF"/>
                </a:solidFill>
              </a:defRPr>
            </a:lvl3pPr>
            <a:lvl4pPr algn="ctr">
              <a:buNone/>
              <a:defRPr sz="1800" b="1">
                <a:solidFill>
                  <a:srgbClr val="FFFFFF"/>
                </a:solidFill>
              </a:defRPr>
            </a:lvl4pPr>
            <a:lvl5pPr algn="ctr">
              <a:buNone/>
              <a:defRPr sz="1800" b="1">
                <a:solidFill>
                  <a:srgbClr val="FFFFFF"/>
                </a:solidFill>
              </a:defRPr>
            </a:lvl5pPr>
            <a:lvl6pPr algn="ctr">
              <a:buNone/>
              <a:defRPr sz="1800" b="1">
                <a:solidFill>
                  <a:srgbClr val="FFFFFF"/>
                </a:solidFill>
              </a:defRPr>
            </a:lvl6pPr>
            <a:lvl7pPr algn="ctr">
              <a:buNone/>
              <a:defRPr sz="1800" b="1">
                <a:solidFill>
                  <a:srgbClr val="FFFFFF"/>
                </a:solidFill>
              </a:defRPr>
            </a:lvl7pPr>
            <a:lvl8pPr algn="ctr">
              <a:buNone/>
              <a:defRPr sz="1800" b="1">
                <a:solidFill>
                  <a:srgbClr val="FFFFFF"/>
                </a:solidFill>
              </a:defRPr>
            </a:lvl8pPr>
            <a:lvl9pPr algn="ctr">
              <a:buNone/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BGE 語意相似排序</a:t>
            </a:r>
          </a:p>
        </p:txBody>
      </p:sp>
      <p:sp>
        <p:nvSpPr>
          <p:cNvPr id="10" name="使用者看得懂的理由">
            <a:extLst xmlns:a="http://schemas.openxmlformats.org/drawingml/2006/main">
              <a:ext uri="{FF2B5EF4-FFF2-40B4-BE49-F238E27FC236}">
                <a16:creationId xmlns:a16="http://schemas.microsoft.com/office/drawing/2014/main" id="{563DC027-0089-4BAB-8B79-D696A04E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  <a:lvl1pPr algn="l">
              <a:buNone/>
              <a:defRPr sz="2400" b="1">
                <a:solidFill>
                  <a:srgbClr val="FFFFFF"/>
                </a:solidFill>
              </a:defRPr>
            </a:lvl1pPr>
            <a:lvl2pPr algn="l">
              <a:buNone/>
              <a:defRPr sz="2400" b="1">
                <a:solidFill>
                  <a:srgbClr val="FFFFFF"/>
                </a:solidFill>
              </a:defRPr>
            </a:lvl2pPr>
            <a:lvl3pPr algn="l">
              <a:buNone/>
              <a:defRPr sz="2400" b="1">
                <a:solidFill>
                  <a:srgbClr val="FFFFFF"/>
                </a:solidFill>
              </a:defRPr>
            </a:lvl3pPr>
            <a:lvl4pPr algn="l">
              <a:buNone/>
              <a:defRPr sz="2400" b="1">
                <a:solidFill>
                  <a:srgbClr val="FFFFFF"/>
                </a:solidFill>
              </a:defRPr>
            </a:lvl4pPr>
            <a:lvl5pPr algn="l">
              <a:buNone/>
              <a:defRPr sz="2400" b="1">
                <a:solidFill>
                  <a:srgbClr val="FFFFFF"/>
                </a:solidFill>
              </a:defRPr>
            </a:lvl5pPr>
            <a:lvl6pPr algn="l">
              <a:buNone/>
              <a:defRPr sz="2400" b="1">
                <a:solidFill>
                  <a:srgbClr val="FFFFFF"/>
                </a:solidFill>
              </a:defRPr>
            </a:lvl6pPr>
            <a:lvl7pPr algn="l">
              <a:buNone/>
              <a:defRPr sz="2400" b="1">
                <a:solidFill>
                  <a:srgbClr val="FFFFFF"/>
                </a:solidFill>
              </a:defRPr>
            </a:lvl7pPr>
            <a:lvl8pPr algn="l">
              <a:buNone/>
              <a:defRPr sz="2400" b="1">
                <a:solidFill>
                  <a:srgbClr val="FFFFFF"/>
                </a:solidFill>
              </a:defRPr>
            </a:lvl8pPr>
            <a:lvl9pPr algn="l">
              <a:buNone/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使用者看得懂的理由</a:t>
            </a:r>
          </a:p>
        </p:txBody>
      </p:sp>
      <p:sp>
        <p:nvSpPr>
          <p:cNvPr id="11" name="搜尋文字優先&#10;沒有搜尋時參考最近商品行為&#10;無歷史資料">
            <a:extLst xmlns:a="http://schemas.openxmlformats.org/drawingml/2006/main">
              <a:ext uri="{FF2B5EF4-FFF2-40B4-BE49-F238E27FC236}">
                <a16:creationId xmlns:a16="http://schemas.microsoft.com/office/drawing/2014/main" id="{08442A77-C08B-4444-8E4E-0515E455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1435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D8EAE5"/>
                </a:solidFill>
              </a:defRPr>
            </a:defPPr>
            <a:lvl1pPr algn="l">
              <a:buNone/>
              <a:defRPr sz="2025" b="0">
                <a:solidFill>
                  <a:srgbClr val="D8EAE5"/>
                </a:solidFill>
              </a:defRPr>
            </a:lvl1pPr>
            <a:lvl2pPr algn="l">
              <a:buNone/>
              <a:defRPr sz="2025" b="0">
                <a:solidFill>
                  <a:srgbClr val="D8EAE5"/>
                </a:solidFill>
              </a:defRPr>
            </a:lvl2pPr>
            <a:lvl3pPr algn="l">
              <a:buNone/>
              <a:defRPr sz="2025" b="0">
                <a:solidFill>
                  <a:srgbClr val="D8EAE5"/>
                </a:solidFill>
              </a:defRPr>
            </a:lvl3pPr>
            <a:lvl4pPr algn="l">
              <a:buNone/>
              <a:defRPr sz="2025" b="0">
                <a:solidFill>
                  <a:srgbClr val="D8EAE5"/>
                </a:solidFill>
              </a:defRPr>
            </a:lvl4pPr>
            <a:lvl5pPr algn="l">
              <a:buNone/>
              <a:defRPr sz="2025" b="0">
                <a:solidFill>
                  <a:srgbClr val="D8EAE5"/>
                </a:solidFill>
              </a:defRPr>
            </a:lvl5pPr>
            <a:lvl6pPr algn="l">
              <a:buNone/>
              <a:defRPr sz="2025" b="0">
                <a:solidFill>
                  <a:srgbClr val="D8EAE5"/>
                </a:solidFill>
              </a:defRPr>
            </a:lvl6pPr>
            <a:lvl7pPr algn="l">
              <a:buNone/>
              <a:defRPr sz="2025" b="0">
                <a:solidFill>
                  <a:srgbClr val="D8EAE5"/>
                </a:solidFill>
              </a:defRPr>
            </a:lvl7pPr>
            <a:lvl8pPr algn="l">
              <a:buNone/>
              <a:defRPr sz="2025" b="0">
                <a:solidFill>
                  <a:srgbClr val="D8EAE5"/>
                </a:solidFill>
              </a:defRPr>
            </a:lvl8pPr>
            <a:lvl9pPr algn="l">
              <a:buNone/>
              <a:defRPr sz="2025" b="0">
                <a:solidFill>
                  <a:srgbClr val="D8EAE5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D8EAE5"/>
                </a:solidFill>
              </a:defRPr>
            </a:pPr>
            <a:r>
              <a:rPr sz="2025" b="0">
                <a:solidFill>
                  <a:srgbClr val="D8EAE5"/>
                </a:solidFill>
              </a:rPr>
              <a:t>搜尋文字優先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D8EAE5"/>
                </a:solidFill>
              </a:defRPr>
            </a:pPr>
            <a:r>
              <a:rPr sz="2025" b="0">
                <a:solidFill>
                  <a:srgbClr val="D8EAE5"/>
                </a:solidFill>
              </a:rPr>
              <a:t>沒有搜尋時參考最近商品行為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D8EAE5"/>
                </a:solidFill>
              </a:defRPr>
            </a:pPr>
            <a:r>
              <a:rPr sz="2025" b="0">
                <a:solidFill>
                  <a:srgbClr val="D8EAE5"/>
                </a:solidFill>
              </a:rPr>
              <a:t>無歷史資料採規則推薦</a:t>
            </a:r>
          </a:p>
        </p:txBody>
      </p:sp>
      <p:sp>
        <p:nvSpPr>
          <p:cNvPr id="12" name="模型狀態">
            <a:extLst xmlns:a="http://schemas.openxmlformats.org/drawingml/2006/main">
              <a:ext uri="{FF2B5EF4-FFF2-40B4-BE49-F238E27FC236}">
                <a16:creationId xmlns:a16="http://schemas.microsoft.com/office/drawing/2014/main" id="{8A305072-7A68-4277-B645-53233518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48200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38C5CD"/>
                </a:solidFill>
              </a:defRPr>
            </a:defPPr>
            <a:lvl1pPr algn="l">
              <a:buNone/>
              <a:defRPr sz="2400" b="1">
                <a:solidFill>
                  <a:srgbClr val="38C5CD"/>
                </a:solidFill>
              </a:defRPr>
            </a:lvl1pPr>
            <a:lvl2pPr algn="l">
              <a:buNone/>
              <a:defRPr sz="2400" b="1">
                <a:solidFill>
                  <a:srgbClr val="38C5CD"/>
                </a:solidFill>
              </a:defRPr>
            </a:lvl2pPr>
            <a:lvl3pPr algn="l">
              <a:buNone/>
              <a:defRPr sz="2400" b="1">
                <a:solidFill>
                  <a:srgbClr val="38C5CD"/>
                </a:solidFill>
              </a:defRPr>
            </a:lvl3pPr>
            <a:lvl4pPr algn="l">
              <a:buNone/>
              <a:defRPr sz="2400" b="1">
                <a:solidFill>
                  <a:srgbClr val="38C5CD"/>
                </a:solidFill>
              </a:defRPr>
            </a:lvl4pPr>
            <a:lvl5pPr algn="l">
              <a:buNone/>
              <a:defRPr sz="2400" b="1">
                <a:solidFill>
                  <a:srgbClr val="38C5CD"/>
                </a:solidFill>
              </a:defRPr>
            </a:lvl5pPr>
            <a:lvl6pPr algn="l">
              <a:buNone/>
              <a:defRPr sz="2400" b="1">
                <a:solidFill>
                  <a:srgbClr val="38C5CD"/>
                </a:solidFill>
              </a:defRPr>
            </a:lvl6pPr>
            <a:lvl7pPr algn="l">
              <a:buNone/>
              <a:defRPr sz="2400" b="1">
                <a:solidFill>
                  <a:srgbClr val="38C5CD"/>
                </a:solidFill>
              </a:defRPr>
            </a:lvl7pPr>
            <a:lvl8pPr algn="l">
              <a:buNone/>
              <a:defRPr sz="2400" b="1">
                <a:solidFill>
                  <a:srgbClr val="38C5CD"/>
                </a:solidFill>
              </a:defRPr>
            </a:lvl8pPr>
            <a:lvl9pPr algn="l">
              <a:buNone/>
              <a:defRPr sz="2400" b="1">
                <a:solidFill>
                  <a:srgbClr val="38C5C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38C5CD"/>
                </a:solidFill>
              </a:defRPr>
            </a:pPr>
            <a:r>
              <a:rPr sz="2400" b="1">
                <a:solidFill>
                  <a:srgbClr val="38C5CD"/>
                </a:solidFill>
              </a:rPr>
              <a:t>模型狀態</a:t>
            </a:r>
          </a:p>
        </p:txBody>
      </p:sp>
      <p:sp>
        <p:nvSpPr>
          <p:cNvPr id="13" name="正式 BGE 啟用與品質量測待驗收">
            <a:extLst xmlns:a="http://schemas.openxmlformats.org/drawingml/2006/main">
              <a:ext uri="{FF2B5EF4-FFF2-40B4-BE49-F238E27FC236}">
                <a16:creationId xmlns:a16="http://schemas.microsoft.com/office/drawing/2014/main" id="{8F8935B3-D708-436C-B04A-3D76EBFE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578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</a:defRPr>
            </a:defPPr>
            <a:lvl1pPr algn="l">
              <a:buNone/>
              <a:defRPr sz="2025" b="0">
                <a:solidFill>
                  <a:srgbClr val="FFFFFF"/>
                </a:solidFill>
              </a:defRPr>
            </a:lvl1pPr>
            <a:lvl2pPr algn="l">
              <a:buNone/>
              <a:defRPr sz="2025" b="0">
                <a:solidFill>
                  <a:srgbClr val="FFFFFF"/>
                </a:solidFill>
              </a:defRPr>
            </a:lvl2pPr>
            <a:lvl3pPr algn="l">
              <a:buNone/>
              <a:defRPr sz="2025" b="0">
                <a:solidFill>
                  <a:srgbClr val="FFFFFF"/>
                </a:solidFill>
              </a:defRPr>
            </a:lvl3pPr>
            <a:lvl4pPr algn="l">
              <a:buNone/>
              <a:defRPr sz="2025" b="0">
                <a:solidFill>
                  <a:srgbClr val="FFFFFF"/>
                </a:solidFill>
              </a:defRPr>
            </a:lvl4pPr>
            <a:lvl5pPr algn="l">
              <a:buNone/>
              <a:defRPr sz="2025" b="0">
                <a:solidFill>
                  <a:srgbClr val="FFFFFF"/>
                </a:solidFill>
              </a:defRPr>
            </a:lvl5pPr>
            <a:lvl6pPr algn="l">
              <a:buNone/>
              <a:defRPr sz="2025" b="0">
                <a:solidFill>
                  <a:srgbClr val="FFFFFF"/>
                </a:solidFill>
              </a:defRPr>
            </a:lvl6pPr>
            <a:lvl7pPr algn="l">
              <a:buNone/>
              <a:defRPr sz="2025" b="0">
                <a:solidFill>
                  <a:srgbClr val="FFFFFF"/>
                </a:solidFill>
              </a:defRPr>
            </a:lvl7pPr>
            <a:lvl8pPr algn="l">
              <a:buNone/>
              <a:defRPr sz="2025" b="0">
                <a:solidFill>
                  <a:srgbClr val="FFFFFF"/>
                </a:solidFill>
              </a:defRPr>
            </a:lvl8pPr>
            <a:lvl9pPr algn="l">
              <a:buNone/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正式 BGE 啟用與品質量測待驗收</a:t>
            </a:r>
          </a:p>
        </p:txBody>
      </p:sp>
    </p:spTree>
    <p:extLst>
      <p:ext uri="{BB962C8B-B14F-4D97-AF65-F5344CB8AC3E}">
        <p14:creationId xmlns:p14="http://schemas.microsoft.com/office/powerpoint/2010/main" val="1306797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營運總覽與資料口徑">
            <a:extLst xmlns:a="http://schemas.openxmlformats.org/drawingml/2006/main">
              <a:ext uri="{FF2B5EF4-FFF2-40B4-BE49-F238E27FC236}">
                <a16:creationId xmlns:a16="http://schemas.microsoft.com/office/drawing/2014/main" id="{19E08EF2-75F2-475E-A2D4-D771233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營運總覽與資料口徑</a:t>
            </a:r>
          </a:p>
        </p:txBody>
      </p:sp>
      <p:sp>
        <p:nvSpPr>
          <p:cNvPr id="2" name="管理者使用同一期間、同一示範範圍核對數字">
            <a:extLst xmlns:a="http://schemas.openxmlformats.org/drawingml/2006/main">
              <a:ext uri="{FF2B5EF4-FFF2-40B4-BE49-F238E27FC236}">
                <a16:creationId xmlns:a16="http://schemas.microsoft.com/office/drawing/2014/main" id="{CB365081-64FA-4978-936C-AEA2D7B6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管理者使用同一期間、同一示範範圍核對數字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D90C0072-E447-41C4-A8B6-F6E6C37C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22288C91-87C5-438D-9F79-9C3BCADD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5BA06-4255-45F4-B08D-2FE362287009}"/>
              </a:ext>
            </a:extLst>
          </p:cNvPr>
          <p:cNvGraphicFramePr/>
          <p:nvPr/>
        </p:nvGraphicFramePr>
        <p:xfrm>
          <a:off xmlns:a="http://schemas.openxmlformats.org/drawingml/2006/main" x="619125" y="2028825"/>
          <a:ext xmlns:a="http://schemas.openxmlformats.org/drawingml/2006/main" cx="1095375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01000"/>
              </a:tblGrid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計算與呈現方式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有效營收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已付款且未取消訂單的金額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有效／全部訂單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兩者套用相同日期與示範篩選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平均客單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有效營收除以有效訂單數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熱銷商品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相同範圍內的有效銷售數量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5572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低庫存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目前可用數量與安全庫存的比較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I 摘要使用伺服器彙總資料；模型輸出保留人工核對">
            <a:extLst xmlns:a="http://schemas.openxmlformats.org/drawingml/2006/main">
              <a:ext uri="{FF2B5EF4-FFF2-40B4-BE49-F238E27FC236}">
                <a16:creationId xmlns:a16="http://schemas.microsoft.com/office/drawing/2014/main" id="{296CFC3C-C842-46AD-B3C6-3E78356A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4634B"/>
                </a:solidFill>
              </a:defRPr>
            </a:defPPr>
            <a:lvl1pPr algn="l">
              <a:buNone/>
              <a:defRPr sz="2100" b="1">
                <a:solidFill>
                  <a:srgbClr val="14634B"/>
                </a:solidFill>
              </a:defRPr>
            </a:lvl1pPr>
            <a:lvl2pPr algn="l">
              <a:buNone/>
              <a:defRPr sz="2100" b="1">
                <a:solidFill>
                  <a:srgbClr val="14634B"/>
                </a:solidFill>
              </a:defRPr>
            </a:lvl2pPr>
            <a:lvl3pPr algn="l">
              <a:buNone/>
              <a:defRPr sz="2100" b="1">
                <a:solidFill>
                  <a:srgbClr val="14634B"/>
                </a:solidFill>
              </a:defRPr>
            </a:lvl3pPr>
            <a:lvl4pPr algn="l">
              <a:buNone/>
              <a:defRPr sz="2100" b="1">
                <a:solidFill>
                  <a:srgbClr val="14634B"/>
                </a:solidFill>
              </a:defRPr>
            </a:lvl4pPr>
            <a:lvl5pPr algn="l">
              <a:buNone/>
              <a:defRPr sz="2100" b="1">
                <a:solidFill>
                  <a:srgbClr val="14634B"/>
                </a:solidFill>
              </a:defRPr>
            </a:lvl5pPr>
            <a:lvl6pPr algn="l">
              <a:buNone/>
              <a:defRPr sz="2100" b="1">
                <a:solidFill>
                  <a:srgbClr val="14634B"/>
                </a:solidFill>
              </a:defRPr>
            </a:lvl6pPr>
            <a:lvl7pPr algn="l">
              <a:buNone/>
              <a:defRPr sz="2100" b="1">
                <a:solidFill>
                  <a:srgbClr val="14634B"/>
                </a:solidFill>
              </a:defRPr>
            </a:lvl7pPr>
            <a:lvl8pPr algn="l">
              <a:buNone/>
              <a:defRPr sz="2100" b="1">
                <a:solidFill>
                  <a:srgbClr val="14634B"/>
                </a:solidFill>
              </a:defRPr>
            </a:lvl8pPr>
            <a:lvl9pPr algn="l">
              <a:buNone/>
              <a:defRPr sz="21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4634B"/>
                </a:solidFill>
              </a:defRPr>
            </a:pPr>
            <a:r>
              <a:rPr sz="2100" b="1">
                <a:solidFill>
                  <a:srgbClr val="14634B"/>
                </a:solidFill>
              </a:rPr>
              <a:t>AI 摘要使用伺服器彙總資料；模型輸出保留人工核對</a:t>
            </a:r>
          </a:p>
        </p:txBody>
      </p:sp>
    </p:spTree>
    <p:extLst>
      <p:ext uri="{BB962C8B-B14F-4D97-AF65-F5344CB8AC3E}">
        <p14:creationId xmlns:p14="http://schemas.microsoft.com/office/powerpoint/2010/main" val="13951515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規則、BGE 與 Claude 的分工">
            <a:extLst xmlns:a="http://schemas.openxmlformats.org/drawingml/2006/main">
              <a:ext uri="{FF2B5EF4-FFF2-40B4-BE49-F238E27FC236}">
                <a16:creationId xmlns:a16="http://schemas.microsoft.com/office/drawing/2014/main" id="{96F597E3-5A3F-4C3D-8568-C41B655A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規則、BGE 與 Claude 的分工</a:t>
            </a:r>
          </a:p>
        </p:txBody>
      </p:sp>
      <p:sp>
        <p:nvSpPr>
          <p:cNvPr id="2" name="比較用途、資料範圍與可量測結果">
            <a:extLst xmlns:a="http://schemas.openxmlformats.org/drawingml/2006/main">
              <a:ext uri="{FF2B5EF4-FFF2-40B4-BE49-F238E27FC236}">
                <a16:creationId xmlns:a16="http://schemas.microsoft.com/office/drawing/2014/main" id="{B975969A-917D-48F0-B538-65AD7A32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比較用途、資料範圍與可量測結果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7FD6A06F-6832-4BE8-B6DE-268931B7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BAF35854-7176-4DC0-95D2-84090039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18F0E-F6A1-45F7-BBE3-7ADC3C250A68}"/>
              </a:ext>
            </a:extLst>
          </p:cNvPr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1095375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191000"/>
                <a:gridCol w="5048250"/>
              </a:tblGrid>
              <a:tr h="671513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主要用途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限制與驗證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6715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規則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冷啟動推薦與數字摘要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邏輯可核對，無語意推論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15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BGE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商品文字向量與相似排序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需模型權重與相關性量測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67151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Claude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依白名單彙總解讀營運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</a:rPr>
                        <a:t>需真實呼叫與內容核對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量測欄位">
            <a:extLst xmlns:a="http://schemas.openxmlformats.org/drawingml/2006/main">
              <a:ext uri="{FF2B5EF4-FFF2-40B4-BE49-F238E27FC236}">
                <a16:creationId xmlns:a16="http://schemas.microsoft.com/office/drawing/2014/main" id="{730A6102-5DDA-4A5A-9288-8C20DD6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863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4634B"/>
                </a:solidFill>
              </a:defRPr>
            </a:defPPr>
            <a:lvl1pPr algn="l">
              <a:buNone/>
              <a:defRPr sz="2250" b="1">
                <a:solidFill>
                  <a:srgbClr val="14634B"/>
                </a:solidFill>
              </a:defRPr>
            </a:lvl1pPr>
            <a:lvl2pPr algn="l">
              <a:buNone/>
              <a:defRPr sz="2250" b="1">
                <a:solidFill>
                  <a:srgbClr val="14634B"/>
                </a:solidFill>
              </a:defRPr>
            </a:lvl2pPr>
            <a:lvl3pPr algn="l">
              <a:buNone/>
              <a:defRPr sz="2250" b="1">
                <a:solidFill>
                  <a:srgbClr val="14634B"/>
                </a:solidFill>
              </a:defRPr>
            </a:lvl3pPr>
            <a:lvl4pPr algn="l">
              <a:buNone/>
              <a:defRPr sz="2250" b="1">
                <a:solidFill>
                  <a:srgbClr val="14634B"/>
                </a:solidFill>
              </a:defRPr>
            </a:lvl4pPr>
            <a:lvl5pPr algn="l">
              <a:buNone/>
              <a:defRPr sz="2250" b="1">
                <a:solidFill>
                  <a:srgbClr val="14634B"/>
                </a:solidFill>
              </a:defRPr>
            </a:lvl5pPr>
            <a:lvl6pPr algn="l">
              <a:buNone/>
              <a:defRPr sz="2250" b="1">
                <a:solidFill>
                  <a:srgbClr val="14634B"/>
                </a:solidFill>
              </a:defRPr>
            </a:lvl6pPr>
            <a:lvl7pPr algn="l">
              <a:buNone/>
              <a:defRPr sz="2250" b="1">
                <a:solidFill>
                  <a:srgbClr val="14634B"/>
                </a:solidFill>
              </a:defRPr>
            </a:lvl7pPr>
            <a:lvl8pPr algn="l">
              <a:buNone/>
              <a:defRPr sz="2250" b="1">
                <a:solidFill>
                  <a:srgbClr val="14634B"/>
                </a:solidFill>
              </a:defRPr>
            </a:lvl8pPr>
            <a:lvl9pPr algn="l">
              <a:buNone/>
              <a:defRPr sz="22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4634B"/>
                </a:solidFill>
              </a:defRPr>
            </a:pPr>
            <a:r>
              <a:rPr sz="2250" b="1">
                <a:solidFill>
                  <a:srgbClr val="14634B"/>
                </a:solidFill>
              </a:rPr>
              <a:t>量測欄位</a:t>
            </a:r>
          </a:p>
        </p:txBody>
      </p:sp>
      <p:sp>
        <p:nvSpPr>
          <p:cNvPr id="7" name="模型版本、輸入範圍、成功呼叫耗時、token 與退回">
            <a:extLst xmlns:a="http://schemas.openxmlformats.org/drawingml/2006/main">
              <a:ext uri="{FF2B5EF4-FFF2-40B4-BE49-F238E27FC236}">
                <a16:creationId xmlns:a16="http://schemas.microsoft.com/office/drawing/2014/main" id="{263276E3-A2DC-49BB-BE44-FA42FA0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292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模型版本、輸入範圍、成功呼叫耗時、token 與退回原因</a:t>
            </a:r>
          </a:p>
        </p:txBody>
      </p:sp>
    </p:spTree>
    <p:extLst>
      <p:ext uri="{BB962C8B-B14F-4D97-AF65-F5344CB8AC3E}">
        <p14:creationId xmlns:p14="http://schemas.microsoft.com/office/powerpoint/2010/main" val="18988684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部署與測試證據">
            <a:extLst xmlns:a="http://schemas.openxmlformats.org/drawingml/2006/main">
              <a:ext uri="{FF2B5EF4-FFF2-40B4-BE49-F238E27FC236}">
                <a16:creationId xmlns:a16="http://schemas.microsoft.com/office/drawing/2014/main" id="{6BE773DC-5DAD-44F6-8408-39F57295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部署與測試證據</a:t>
            </a:r>
          </a:p>
        </p:txBody>
      </p:sp>
      <p:sp>
        <p:nvSpPr>
          <p:cNvPr id="2" name="公開路由、本機交易測試與手機驗收各自留證">
            <a:extLst xmlns:a="http://schemas.openxmlformats.org/drawingml/2006/main">
              <a:ext uri="{FF2B5EF4-FFF2-40B4-BE49-F238E27FC236}">
                <a16:creationId xmlns:a16="http://schemas.microsoft.com/office/drawing/2014/main" id="{5E7FDD84-D9BB-4B75-A037-4BCC9503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公開路由、本機交易測試與手機驗收各自留證</a:t>
            </a:r>
          </a:p>
        </p:txBody>
      </p:sp>
      <p:sp>
        <p:nvSpPr>
          <p:cNvPr id="3" name="VibeCart AI">
            <a:extLst xmlns:a="http://schemas.openxmlformats.org/drawingml/2006/main">
              <a:ext uri="{FF2B5EF4-FFF2-40B4-BE49-F238E27FC236}">
                <a16:creationId xmlns:a16="http://schemas.microsoft.com/office/drawing/2014/main" id="{7EC055FB-993B-4CA6-B572-2FD7F016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VibeCart AI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A5ADC0C8-4320-4D58-A49A-737B8652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</a:defRPr>
            </a:defPPr>
            <a:lvl1pPr algn="l">
              <a:buNone/>
              <a:defRPr sz="1350" b="1">
                <a:solidFill>
                  <a:srgbClr val="14634B"/>
                </a:solidFill>
              </a:defRPr>
            </a:lvl1pPr>
            <a:lvl2pPr algn="l">
              <a:buNone/>
              <a:defRPr sz="1350" b="1">
                <a:solidFill>
                  <a:srgbClr val="14634B"/>
                </a:solidFill>
              </a:defRPr>
            </a:lvl2pPr>
            <a:lvl3pPr algn="l">
              <a:buNone/>
              <a:defRPr sz="1350" b="1">
                <a:solidFill>
                  <a:srgbClr val="14634B"/>
                </a:solidFill>
              </a:defRPr>
            </a:lvl3pPr>
            <a:lvl4pPr algn="l">
              <a:buNone/>
              <a:defRPr sz="1350" b="1">
                <a:solidFill>
                  <a:srgbClr val="14634B"/>
                </a:solidFill>
              </a:defRPr>
            </a:lvl4pPr>
            <a:lvl5pPr algn="l">
              <a:buNone/>
              <a:defRPr sz="1350" b="1">
                <a:solidFill>
                  <a:srgbClr val="14634B"/>
                </a:solidFill>
              </a:defRPr>
            </a:lvl5pPr>
            <a:lvl6pPr algn="l">
              <a:buNone/>
              <a:defRPr sz="1350" b="1">
                <a:solidFill>
                  <a:srgbClr val="14634B"/>
                </a:solidFill>
              </a:defRPr>
            </a:lvl6pPr>
            <a:lvl7pPr algn="l">
              <a:buNone/>
              <a:defRPr sz="1350" b="1">
                <a:solidFill>
                  <a:srgbClr val="14634B"/>
                </a:solidFill>
              </a:defRPr>
            </a:lvl7pPr>
            <a:lvl8pPr algn="l">
              <a:buNone/>
              <a:defRPr sz="1350" b="1">
                <a:solidFill>
                  <a:srgbClr val="14634B"/>
                </a:solidFill>
              </a:defRPr>
            </a:lvl8pPr>
            <a:lvl9pPr algn="l">
              <a:buNone/>
              <a:defRPr sz="13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634B"/>
                </a:solidFill>
              </a:defRPr>
            </a:pPr>
            <a:r>
              <a:rPr sz="1350" b="1">
                <a:solidFill>
                  <a:srgbClr val="14634B"/>
                </a:solidFill>
              </a:rPr>
              <a:t>11</a:t>
            </a:r>
          </a:p>
        </p:txBody>
      </p:sp>
      <p:sp>
        <p:nvSpPr>
          <p:cNvPr id="5" name="186 passed / 0 skipped">
            <a:extLst xmlns:a="http://schemas.openxmlformats.org/drawingml/2006/main">
              <a:ext uri="{FF2B5EF4-FFF2-40B4-BE49-F238E27FC236}">
                <a16:creationId xmlns:a16="http://schemas.microsoft.com/office/drawing/2014/main" id="{21318EB0-5F4E-48F0-BAF9-D86B8502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4634B"/>
                </a:solidFill>
              </a:defRPr>
            </a:defPPr>
            <a:lvl1pPr algn="l">
              <a:buNone/>
              <a:defRPr sz="3600" b="1">
                <a:solidFill>
                  <a:srgbClr val="14634B"/>
                </a:solidFill>
              </a:defRPr>
            </a:lvl1pPr>
            <a:lvl2pPr algn="l">
              <a:buNone/>
              <a:defRPr sz="3600" b="1">
                <a:solidFill>
                  <a:srgbClr val="14634B"/>
                </a:solidFill>
              </a:defRPr>
            </a:lvl2pPr>
            <a:lvl3pPr algn="l">
              <a:buNone/>
              <a:defRPr sz="3600" b="1">
                <a:solidFill>
                  <a:srgbClr val="14634B"/>
                </a:solidFill>
              </a:defRPr>
            </a:lvl3pPr>
            <a:lvl4pPr algn="l">
              <a:buNone/>
              <a:defRPr sz="3600" b="1">
                <a:solidFill>
                  <a:srgbClr val="14634B"/>
                </a:solidFill>
              </a:defRPr>
            </a:lvl4pPr>
            <a:lvl5pPr algn="l">
              <a:buNone/>
              <a:defRPr sz="3600" b="1">
                <a:solidFill>
                  <a:srgbClr val="14634B"/>
                </a:solidFill>
              </a:defRPr>
            </a:lvl5pPr>
            <a:lvl6pPr algn="l">
              <a:buNone/>
              <a:defRPr sz="3600" b="1">
                <a:solidFill>
                  <a:srgbClr val="14634B"/>
                </a:solidFill>
              </a:defRPr>
            </a:lvl6pPr>
            <a:lvl7pPr algn="l">
              <a:buNone/>
              <a:defRPr sz="3600" b="1">
                <a:solidFill>
                  <a:srgbClr val="14634B"/>
                </a:solidFill>
              </a:defRPr>
            </a:lvl7pPr>
            <a:lvl8pPr algn="l">
              <a:buNone/>
              <a:defRPr sz="3600" b="1">
                <a:solidFill>
                  <a:srgbClr val="14634B"/>
                </a:solidFill>
              </a:defRPr>
            </a:lvl8pPr>
            <a:lvl9pPr algn="l">
              <a:buNone/>
              <a:defRPr sz="36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4634B"/>
                </a:solidFill>
              </a:defRPr>
            </a:pPr>
            <a:r>
              <a:rPr sz="3600" b="1">
                <a:solidFill>
                  <a:srgbClr val="14634B"/>
                </a:solidFill>
              </a:rPr>
              <a:t>186 passed / 0 skipped</a:t>
            </a:r>
          </a:p>
        </p:txBody>
      </p:sp>
      <p:sp>
        <p:nvSpPr>
          <p:cNvPr id="6" name="同版本機隔離資料庫測試，涵蓋回滾與庫存併發">
            <a:extLst xmlns:a="http://schemas.openxmlformats.org/drawingml/2006/main">
              <a:ext uri="{FF2B5EF4-FFF2-40B4-BE49-F238E27FC236}">
                <a16:creationId xmlns:a16="http://schemas.microsoft.com/office/drawing/2014/main" id="{98DDDC83-9BBE-4C62-8C6D-1770E232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7953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同版本機隔離資料庫測試，涵蓋回滾與庫存併發</a:t>
            </a:r>
          </a:p>
        </p:txBody>
      </p:sp>
      <p:sp>
        <p:nvSpPr>
          <p:cNvPr id="7" name="1,240 筆 D4 合成事件">
            <a:extLst xmlns:a="http://schemas.openxmlformats.org/drawingml/2006/main">
              <a:ext uri="{FF2B5EF4-FFF2-40B4-BE49-F238E27FC236}">
                <a16:creationId xmlns:a16="http://schemas.microsoft.com/office/drawing/2014/main" id="{34E32D67-FF01-4593-AAA5-68D30C04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75" b="1">
                <a:solidFill>
                  <a:srgbClr val="14634B"/>
                </a:solidFill>
              </a:defRPr>
            </a:defPPr>
            <a:lvl1pPr algn="l">
              <a:buNone/>
              <a:defRPr sz="2775" b="1">
                <a:solidFill>
                  <a:srgbClr val="14634B"/>
                </a:solidFill>
              </a:defRPr>
            </a:lvl1pPr>
            <a:lvl2pPr algn="l">
              <a:buNone/>
              <a:defRPr sz="2775" b="1">
                <a:solidFill>
                  <a:srgbClr val="14634B"/>
                </a:solidFill>
              </a:defRPr>
            </a:lvl2pPr>
            <a:lvl3pPr algn="l">
              <a:buNone/>
              <a:defRPr sz="2775" b="1">
                <a:solidFill>
                  <a:srgbClr val="14634B"/>
                </a:solidFill>
              </a:defRPr>
            </a:lvl3pPr>
            <a:lvl4pPr algn="l">
              <a:buNone/>
              <a:defRPr sz="2775" b="1">
                <a:solidFill>
                  <a:srgbClr val="14634B"/>
                </a:solidFill>
              </a:defRPr>
            </a:lvl4pPr>
            <a:lvl5pPr algn="l">
              <a:buNone/>
              <a:defRPr sz="2775" b="1">
                <a:solidFill>
                  <a:srgbClr val="14634B"/>
                </a:solidFill>
              </a:defRPr>
            </a:lvl5pPr>
            <a:lvl6pPr algn="l">
              <a:buNone/>
              <a:defRPr sz="2775" b="1">
                <a:solidFill>
                  <a:srgbClr val="14634B"/>
                </a:solidFill>
              </a:defRPr>
            </a:lvl6pPr>
            <a:lvl7pPr algn="l">
              <a:buNone/>
              <a:defRPr sz="2775" b="1">
                <a:solidFill>
                  <a:srgbClr val="14634B"/>
                </a:solidFill>
              </a:defRPr>
            </a:lvl7pPr>
            <a:lvl8pPr algn="l">
              <a:buNone/>
              <a:defRPr sz="2775" b="1">
                <a:solidFill>
                  <a:srgbClr val="14634B"/>
                </a:solidFill>
              </a:defRPr>
            </a:lvl8pPr>
            <a:lvl9pPr algn="l">
              <a:buNone/>
              <a:defRPr sz="2775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14634B"/>
                </a:solidFill>
              </a:defRPr>
            </a:pPr>
            <a:r>
              <a:rPr sz="2775" b="1">
                <a:solidFill>
                  <a:srgbClr val="14634B"/>
                </a:solidFill>
              </a:rPr>
              <a:t>1,240 筆 D4 合成事件</a:t>
            </a:r>
          </a:p>
        </p:txBody>
      </p:sp>
      <p:sp>
        <p:nvSpPr>
          <p:cNvPr id="8" name="缺漏 0，重送新增 0，排除歸因漏標 0">
            <a:extLst xmlns:a="http://schemas.openxmlformats.org/drawingml/2006/main">
              <a:ext uri="{FF2B5EF4-FFF2-40B4-BE49-F238E27FC236}">
                <a16:creationId xmlns:a16="http://schemas.microsoft.com/office/drawing/2014/main" id="{D9EB0E0F-F821-473F-895B-1A99228A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缺漏 0，重送新增 0，排除歸因漏標 0</a:t>
            </a:r>
          </a:p>
        </p:txBody>
      </p:sp>
      <p:sp>
        <p:nvSpPr>
          <p:cNvPr id="9" name="Firebase Hosting / Cloud R">
            <a:extLst xmlns:a="http://schemas.openxmlformats.org/drawingml/2006/main">
              <a:ext uri="{FF2B5EF4-FFF2-40B4-BE49-F238E27FC236}">
                <a16:creationId xmlns:a16="http://schemas.microsoft.com/office/drawing/2014/main" id="{25B976C7-1F0E-4489-9C25-12733053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21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22D3A"/>
                </a:solidFill>
              </a:defRPr>
            </a:defPPr>
            <a:lvl1pPr algn="l">
              <a:buNone/>
              <a:defRPr sz="2100" b="1">
                <a:solidFill>
                  <a:srgbClr val="122D3A"/>
                </a:solidFill>
              </a:defRPr>
            </a:lvl1pPr>
            <a:lvl2pPr algn="l">
              <a:buNone/>
              <a:defRPr sz="2100" b="1">
                <a:solidFill>
                  <a:srgbClr val="122D3A"/>
                </a:solidFill>
              </a:defRPr>
            </a:lvl2pPr>
            <a:lvl3pPr algn="l">
              <a:buNone/>
              <a:defRPr sz="2100" b="1">
                <a:solidFill>
                  <a:srgbClr val="122D3A"/>
                </a:solidFill>
              </a:defRPr>
            </a:lvl3pPr>
            <a:lvl4pPr algn="l">
              <a:buNone/>
              <a:defRPr sz="2100" b="1">
                <a:solidFill>
                  <a:srgbClr val="122D3A"/>
                </a:solidFill>
              </a:defRPr>
            </a:lvl4pPr>
            <a:lvl5pPr algn="l">
              <a:buNone/>
              <a:defRPr sz="2100" b="1">
                <a:solidFill>
                  <a:srgbClr val="122D3A"/>
                </a:solidFill>
              </a:defRPr>
            </a:lvl5pPr>
            <a:lvl6pPr algn="l">
              <a:buNone/>
              <a:defRPr sz="2100" b="1">
                <a:solidFill>
                  <a:srgbClr val="122D3A"/>
                </a:solidFill>
              </a:defRPr>
            </a:lvl6pPr>
            <a:lvl7pPr algn="l">
              <a:buNone/>
              <a:defRPr sz="2100" b="1">
                <a:solidFill>
                  <a:srgbClr val="122D3A"/>
                </a:solidFill>
              </a:defRPr>
            </a:lvl7pPr>
            <a:lvl8pPr algn="l">
              <a:buNone/>
              <a:defRPr sz="2100" b="1">
                <a:solidFill>
                  <a:srgbClr val="122D3A"/>
                </a:solidFill>
              </a:defRPr>
            </a:lvl8pPr>
            <a:lvl9pPr algn="l">
              <a:buNone/>
              <a:defRPr sz="2100" b="1">
                <a:solidFill>
                  <a:srgbClr val="122D3A"/>
                </a:solidFill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22D3A"/>
                </a:solidFill>
              </a:defRPr>
            </a:pPr>
            <a:r>
              <a:rPr sz="2100" b="1">
                <a:solidFill>
                  <a:srgbClr val="122D3A"/>
                </a:solidFill>
              </a:rPr>
              <a:t>Firebase Hosting / Cloud Run / Atlas</a:t>
            </a:r>
          </a:p>
        </p:txBody>
      </p:sp>
      <p:sp>
        <p:nvSpPr>
          <p:cNvPr id="10" name="完整正式角色、交易與手機實機驗收待補">
            <a:extLst xmlns:a="http://schemas.openxmlformats.org/drawingml/2006/main">
              <a:ext uri="{FF2B5EF4-FFF2-40B4-BE49-F238E27FC236}">
                <a16:creationId xmlns:a16="http://schemas.microsoft.com/office/drawing/2014/main" id="{C9E8B76C-FEB1-4138-8156-7D403DFC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完整正式角色、交易與手機實機驗收待補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7C52A-BFF0-4D28-9E21-9AE7D81BC3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0c35125d346fe"/>
          <a:stretch xmlns:a="http://schemas.openxmlformats.org/drawingml/2006/main"/>
        </p:blipFill>
        <p:spPr>
          <a:xfrm xmlns:a="http://schemas.openxmlformats.org/drawingml/2006/main">
            <a:off x="9307798" y="1857375"/>
            <a:ext cx="1929828" cy="4343400"/>
          </a:xfrm>
          <a:prstGeom xmlns:a="http://schemas.openxmlformats.org/drawingml/2006/main" prst="rect">
            <a:avLst/>
          </a:prstGeom>
        </p:spPr>
      </p:pic>
      <p:sp>
        <p:nvSpPr>
          <p:cNvPr id="12" name="390×844 瀏覽器窄視窗">
            <a:extLst xmlns:a="http://schemas.openxmlformats.org/drawingml/2006/main">
              <a:ext uri="{FF2B5EF4-FFF2-40B4-BE49-F238E27FC236}">
                <a16:creationId xmlns:a16="http://schemas.microsoft.com/office/drawing/2014/main" id="{1F101FAE-D6C8-4819-A19F-0ABB76A0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2198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</a:defRPr>
            </a:defPPr>
            <a:lvl1pPr algn="l">
              <a:buNone/>
              <a:defRPr sz="1200" b="0">
                <a:solidFill>
                  <a:srgbClr val="536760"/>
                </a:solidFill>
              </a:defRPr>
            </a:lvl1pPr>
            <a:lvl2pPr algn="l">
              <a:buNone/>
              <a:defRPr sz="1200" b="0">
                <a:solidFill>
                  <a:srgbClr val="536760"/>
                </a:solidFill>
              </a:defRPr>
            </a:lvl2pPr>
            <a:lvl3pPr algn="l">
              <a:buNone/>
              <a:defRPr sz="1200" b="0">
                <a:solidFill>
                  <a:srgbClr val="536760"/>
                </a:solidFill>
              </a:defRPr>
            </a:lvl3pPr>
            <a:lvl4pPr algn="l">
              <a:buNone/>
              <a:defRPr sz="1200" b="0">
                <a:solidFill>
                  <a:srgbClr val="536760"/>
                </a:solidFill>
              </a:defRPr>
            </a:lvl4pPr>
            <a:lvl5pPr algn="l">
              <a:buNone/>
              <a:defRPr sz="1200" b="0">
                <a:solidFill>
                  <a:srgbClr val="536760"/>
                </a:solidFill>
              </a:defRPr>
            </a:lvl5pPr>
            <a:lvl6pPr algn="l">
              <a:buNone/>
              <a:defRPr sz="1200" b="0">
                <a:solidFill>
                  <a:srgbClr val="536760"/>
                </a:solidFill>
              </a:defRPr>
            </a:lvl6pPr>
            <a:lvl7pPr algn="l">
              <a:buNone/>
              <a:defRPr sz="1200" b="0">
                <a:solidFill>
                  <a:srgbClr val="536760"/>
                </a:solidFill>
              </a:defRPr>
            </a:lvl7pPr>
            <a:lvl8pPr algn="l">
              <a:buNone/>
              <a:defRPr sz="1200" b="0">
                <a:solidFill>
                  <a:srgbClr val="536760"/>
                </a:solidFill>
              </a:defRPr>
            </a:lvl8pPr>
            <a:lvl9pPr algn="l">
              <a:buNone/>
              <a:defRPr sz="12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6760"/>
                </a:solidFill>
              </a:defRPr>
            </a:pPr>
            <a:r>
              <a:rPr sz="1200" b="0">
                <a:solidFill>
                  <a:srgbClr val="536760"/>
                </a:solidFill>
              </a:rPr>
              <a:t>390×844 瀏覽器窄視窗</a:t>
            </a:r>
          </a:p>
        </p:txBody>
      </p:sp>
    </p:spTree>
    <p:extLst>
      <p:ext uri="{BB962C8B-B14F-4D97-AF65-F5344CB8AC3E}">
        <p14:creationId xmlns:p14="http://schemas.microsoft.com/office/powerpoint/2010/main" val="1817916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A7209-0E6B-4025-99C5-5748A26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42E"/>
                </a:solidFill>
                <a:latin typeface="Microsoft JhengHei"/>
                <a:ea typeface="Microsoft JhengHei"/>
                <a:cs typeface="Microsoft JhengHei"/>
              </a:rPr>
              <a:t>下一階段工作項目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6F391-A6F3-40E5-AFFC-03018881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rPr>
              <a:t>功能擴充與交付前驗收分開呈現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CE33B-B865-4CAA-A7E1-96166617D3AB}"/>
              </a:ext>
            </a:extLst>
          </p:cNvPr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109537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619625"/>
                <a:gridCol w="4619625"/>
              </a:tblGrid>
              <a:tr h="828675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工作面向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下一階段功能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目前界線與前置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T w="9525">
                      <a:solidFill>
                        <a:srgbClr val="D5DED6"/>
                      </a:solidFill>
                    </a:lnT>
                    <a:lnB w="9525">
                      <a:solidFill>
                        <a:srgbClr val="D5DED6"/>
                      </a:solidFill>
                    </a:lnB>
                    <a:solidFill>
                      <a:srgbClr val="14634B"/>
                    </a:solidFill>
                  </a:tcPr>
                </a:tc>
              </a:tr>
              <a:tr h="828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應用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BGE 語意推薦、Claude 營運洞察</a:t>
                      </a:r>
                    </a:p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與受控自由提問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正式啟用與真模型驗收待補</a:t>
                      </a:r>
                    </a:p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先完成依賴、配置及品質量測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管理後台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商品／SKU、訂單與會員維護</a:t>
                      </a:r>
                    </a:p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180 天稽核與操作重送防重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D5 待實作與權限驗收</a:t>
                      </a:r>
                    </a:p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先定義寫入契約及資料遷移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ECF1EC"/>
                    </a:solidFill>
                  </a:tcPr>
                </a:tc>
              </a:tr>
              <a:tr h="8286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交易擴充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D6"/>
                      </a:solidFill>
                    </a:lnL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金流串接、付款成功回呼</a:t>
                      </a:r>
                    </a:p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與物流／配送狀態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後續擴充提案，範圍待確認</a:t>
                      </a:r>
                    </a:p>
                    <a:p>
                      <a:r>
                        <a:rPr sz="1725" b="0">
                          <a:solidFill>
                            <a:srgbClr val="17342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目前示範結帳無真實收款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D6"/>
                      </a:solidFill>
                    </a:lnR>
                    <a:lnB w="9525">
                      <a:solidFill>
                        <a:srgbClr val="D5DE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E4C18-1E31-4D12-833A-D705A9FE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rPr>
              <a:t>交付前仍須完成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6EA21-F71F-4000-BA51-6B2D6FA7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rPr>
              <a:t>正式同版角色與交易驗收、手機實機操作、備份復原及最終簽收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CC3F9-7193-4546-9E85-9D85589D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</a:rPr>
              <a:t>VibeCart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BA839-FFCE-43AF-A49A-670AC671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89368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B4A92-0595-4856-8D6A-C725E94CE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2f0f504a844a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浮水印淡化遮罩">
            <a:extLst xmlns:a="http://schemas.openxmlformats.org/drawingml/2006/main">
              <a:ext uri="{FF2B5EF4-FFF2-40B4-BE49-F238E27FC236}">
                <a16:creationId xmlns:a16="http://schemas.microsoft.com/office/drawing/2014/main" id="{43A31324-0331-4E21-ACF8-D237B878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成果、團隊與後續工作">
            <a:extLst xmlns:a="http://schemas.openxmlformats.org/drawingml/2006/main">
              <a:ext uri="{FF2B5EF4-FFF2-40B4-BE49-F238E27FC236}">
                <a16:creationId xmlns:a16="http://schemas.microsoft.com/office/drawing/2014/main" id="{5F0B7C54-32A3-4835-A9AE-BC684EF2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42E"/>
                </a:solidFill>
              </a:defRPr>
            </a:defPPr>
            <a:lvl1pPr algn="l">
              <a:buNone/>
              <a:defRPr sz="3300" b="1">
                <a:solidFill>
                  <a:srgbClr val="17342E"/>
                </a:solidFill>
              </a:defRPr>
            </a:lvl1pPr>
            <a:lvl2pPr algn="l">
              <a:buNone/>
              <a:defRPr sz="3300" b="1">
                <a:solidFill>
                  <a:srgbClr val="17342E"/>
                </a:solidFill>
              </a:defRPr>
            </a:lvl2pPr>
            <a:lvl3pPr algn="l">
              <a:buNone/>
              <a:defRPr sz="3300" b="1">
                <a:solidFill>
                  <a:srgbClr val="17342E"/>
                </a:solidFill>
              </a:defRPr>
            </a:lvl3pPr>
            <a:lvl4pPr algn="l">
              <a:buNone/>
              <a:defRPr sz="3300" b="1">
                <a:solidFill>
                  <a:srgbClr val="17342E"/>
                </a:solidFill>
              </a:defRPr>
            </a:lvl4pPr>
            <a:lvl5pPr algn="l">
              <a:buNone/>
              <a:defRPr sz="3300" b="1">
                <a:solidFill>
                  <a:srgbClr val="17342E"/>
                </a:solidFill>
              </a:defRPr>
            </a:lvl5pPr>
            <a:lvl6pPr algn="l">
              <a:buNone/>
              <a:defRPr sz="3300" b="1">
                <a:solidFill>
                  <a:srgbClr val="17342E"/>
                </a:solidFill>
              </a:defRPr>
            </a:lvl6pPr>
            <a:lvl7pPr algn="l">
              <a:buNone/>
              <a:defRPr sz="3300" b="1">
                <a:solidFill>
                  <a:srgbClr val="17342E"/>
                </a:solidFill>
              </a:defRPr>
            </a:lvl7pPr>
            <a:lvl8pPr algn="l">
              <a:buNone/>
              <a:defRPr sz="3300" b="1">
                <a:solidFill>
                  <a:srgbClr val="17342E"/>
                </a:solidFill>
              </a:defRPr>
            </a:lvl8pPr>
            <a:lvl9pPr algn="l">
              <a:buNone/>
              <a:defRPr sz="3300" b="1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42E"/>
                </a:solidFill>
              </a:defRPr>
            </a:pPr>
            <a:r>
              <a:rPr sz="3300" b="1">
                <a:solidFill>
                  <a:srgbClr val="17342E"/>
                </a:solidFill>
              </a:rPr>
              <a:t>成果、團隊與後續工作</a:t>
            </a:r>
          </a:p>
        </p:txBody>
      </p:sp>
      <p:sp>
        <p:nvSpPr>
          <p:cNvPr id="4" name="已交付的資料、流程與證據，持續補足正式驗收">
            <a:extLst xmlns:a="http://schemas.openxmlformats.org/drawingml/2006/main">
              <a:ext uri="{FF2B5EF4-FFF2-40B4-BE49-F238E27FC236}">
                <a16:creationId xmlns:a16="http://schemas.microsoft.com/office/drawing/2014/main" id="{D13971BE-2DCF-4FB2-A438-272D1527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36760"/>
                </a:solidFill>
              </a:defRPr>
            </a:defPPr>
            <a:lvl1pPr algn="l">
              <a:buNone/>
              <a:defRPr sz="1800" b="0">
                <a:solidFill>
                  <a:srgbClr val="536760"/>
                </a:solidFill>
              </a:defRPr>
            </a:lvl1pPr>
            <a:lvl2pPr algn="l">
              <a:buNone/>
              <a:defRPr sz="1800" b="0">
                <a:solidFill>
                  <a:srgbClr val="536760"/>
                </a:solidFill>
              </a:defRPr>
            </a:lvl2pPr>
            <a:lvl3pPr algn="l">
              <a:buNone/>
              <a:defRPr sz="1800" b="0">
                <a:solidFill>
                  <a:srgbClr val="536760"/>
                </a:solidFill>
              </a:defRPr>
            </a:lvl3pPr>
            <a:lvl4pPr algn="l">
              <a:buNone/>
              <a:defRPr sz="1800" b="0">
                <a:solidFill>
                  <a:srgbClr val="536760"/>
                </a:solidFill>
              </a:defRPr>
            </a:lvl4pPr>
            <a:lvl5pPr algn="l">
              <a:buNone/>
              <a:defRPr sz="1800" b="0">
                <a:solidFill>
                  <a:srgbClr val="536760"/>
                </a:solidFill>
              </a:defRPr>
            </a:lvl5pPr>
            <a:lvl6pPr algn="l">
              <a:buNone/>
              <a:defRPr sz="1800" b="0">
                <a:solidFill>
                  <a:srgbClr val="536760"/>
                </a:solidFill>
              </a:defRPr>
            </a:lvl6pPr>
            <a:lvl7pPr algn="l">
              <a:buNone/>
              <a:defRPr sz="1800" b="0">
                <a:solidFill>
                  <a:srgbClr val="536760"/>
                </a:solidFill>
              </a:defRPr>
            </a:lvl7pPr>
            <a:lvl8pPr algn="l">
              <a:buNone/>
              <a:defRPr sz="1800" b="0">
                <a:solidFill>
                  <a:srgbClr val="536760"/>
                </a:solidFill>
              </a:defRPr>
            </a:lvl8pPr>
            <a:lvl9pPr algn="l">
              <a:buNone/>
              <a:defRPr sz="180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36760"/>
                </a:solidFill>
              </a:defRPr>
            </a:pPr>
            <a:r>
              <a:rPr sz="1800" b="0">
                <a:solidFill>
                  <a:srgbClr val="536760"/>
                </a:solidFill>
              </a:rPr>
              <a:t>已交付的資料、流程與證據，持續補足正式驗收</a:t>
            </a:r>
          </a:p>
        </p:txBody>
      </p:sp>
      <p:sp>
        <p:nvSpPr>
          <p:cNvPr id="5" name="目前成果">
            <a:extLst xmlns:a="http://schemas.openxmlformats.org/drawingml/2006/main">
              <a:ext uri="{FF2B5EF4-FFF2-40B4-BE49-F238E27FC236}">
                <a16:creationId xmlns:a16="http://schemas.microsoft.com/office/drawing/2014/main" id="{412B0888-BF7F-4102-8BC6-ABB007EE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目前成果</a:t>
            </a:r>
          </a:p>
        </p:txBody>
      </p:sp>
      <p:sp>
        <p:nvSpPr>
          <p:cNvPr id="6" name="商品／SKU 與網站資料對帳&#10;購物服務與本機交易測試">
            <a:extLst xmlns:a="http://schemas.openxmlformats.org/drawingml/2006/main">
              <a:ext uri="{FF2B5EF4-FFF2-40B4-BE49-F238E27FC236}">
                <a16:creationId xmlns:a16="http://schemas.microsoft.com/office/drawing/2014/main" id="{7CF18606-16A3-4482-B8D3-B3ACF957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50958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商品／SKU 與網站資料對帳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購物服務與本機交易測試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D4 合成事件與重送驗證</a:t>
            </a:r>
          </a:p>
        </p:txBody>
      </p:sp>
      <p:sp>
        <p:nvSpPr>
          <p:cNvPr id="7" name="下一步">
            <a:extLst xmlns:a="http://schemas.openxmlformats.org/drawingml/2006/main">
              <a:ext uri="{FF2B5EF4-FFF2-40B4-BE49-F238E27FC236}">
                <a16:creationId xmlns:a16="http://schemas.microsoft.com/office/drawing/2014/main" id="{0171241F-CCC8-49EC-A286-1DA719A2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4634B"/>
                </a:solidFill>
              </a:defRPr>
            </a:defPPr>
            <a:lvl1pPr algn="l">
              <a:buNone/>
              <a:defRPr sz="2400" b="1">
                <a:solidFill>
                  <a:srgbClr val="14634B"/>
                </a:solidFill>
              </a:defRPr>
            </a:lvl1pPr>
            <a:lvl2pPr algn="l">
              <a:buNone/>
              <a:defRPr sz="2400" b="1">
                <a:solidFill>
                  <a:srgbClr val="14634B"/>
                </a:solidFill>
              </a:defRPr>
            </a:lvl2pPr>
            <a:lvl3pPr algn="l">
              <a:buNone/>
              <a:defRPr sz="2400" b="1">
                <a:solidFill>
                  <a:srgbClr val="14634B"/>
                </a:solidFill>
              </a:defRPr>
            </a:lvl3pPr>
            <a:lvl4pPr algn="l">
              <a:buNone/>
              <a:defRPr sz="2400" b="1">
                <a:solidFill>
                  <a:srgbClr val="14634B"/>
                </a:solidFill>
              </a:defRPr>
            </a:lvl4pPr>
            <a:lvl5pPr algn="l">
              <a:buNone/>
              <a:defRPr sz="2400" b="1">
                <a:solidFill>
                  <a:srgbClr val="14634B"/>
                </a:solidFill>
              </a:defRPr>
            </a:lvl5pPr>
            <a:lvl6pPr algn="l">
              <a:buNone/>
              <a:defRPr sz="2400" b="1">
                <a:solidFill>
                  <a:srgbClr val="14634B"/>
                </a:solidFill>
              </a:defRPr>
            </a:lvl6pPr>
            <a:lvl7pPr algn="l">
              <a:buNone/>
              <a:defRPr sz="2400" b="1">
                <a:solidFill>
                  <a:srgbClr val="14634B"/>
                </a:solidFill>
              </a:defRPr>
            </a:lvl7pPr>
            <a:lvl8pPr algn="l">
              <a:buNone/>
              <a:defRPr sz="2400" b="1">
                <a:solidFill>
                  <a:srgbClr val="14634B"/>
                </a:solidFill>
              </a:defRPr>
            </a:lvl8pPr>
            <a:lvl9pPr algn="l">
              <a:buNone/>
              <a:defRPr sz="240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4634B"/>
                </a:solidFill>
              </a:defRPr>
            </a:pPr>
            <a:r>
              <a:rPr sz="2400" b="1">
                <a:solidFill>
                  <a:srgbClr val="14634B"/>
                </a:solidFill>
              </a:rPr>
              <a:t>下一步</a:t>
            </a:r>
          </a:p>
        </p:txBody>
      </p:sp>
      <p:sp>
        <p:nvSpPr>
          <p:cNvPr id="8" name="正式同版會員與交易驗收&#10;真模型、D5 後台寫入與稽核">
            <a:extLst xmlns:a="http://schemas.openxmlformats.org/drawingml/2006/main">
              <a:ext uri="{FF2B5EF4-FFF2-40B4-BE49-F238E27FC236}">
                <a16:creationId xmlns:a16="http://schemas.microsoft.com/office/drawing/2014/main" id="{4AE67785-C980-4C86-ACD0-4DBAF489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38425"/>
            <a:ext cx="519112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7342E"/>
                </a:solidFill>
              </a:defRPr>
            </a:defPPr>
            <a:lvl1pPr algn="l">
              <a:buNone/>
              <a:defRPr sz="2025" b="0">
                <a:solidFill>
                  <a:srgbClr val="17342E"/>
                </a:solidFill>
              </a:defRPr>
            </a:lvl1pPr>
            <a:lvl2pPr algn="l">
              <a:buNone/>
              <a:defRPr sz="2025" b="0">
                <a:solidFill>
                  <a:srgbClr val="17342E"/>
                </a:solidFill>
              </a:defRPr>
            </a:lvl2pPr>
            <a:lvl3pPr algn="l">
              <a:buNone/>
              <a:defRPr sz="2025" b="0">
                <a:solidFill>
                  <a:srgbClr val="17342E"/>
                </a:solidFill>
              </a:defRPr>
            </a:lvl3pPr>
            <a:lvl4pPr algn="l">
              <a:buNone/>
              <a:defRPr sz="2025" b="0">
                <a:solidFill>
                  <a:srgbClr val="17342E"/>
                </a:solidFill>
              </a:defRPr>
            </a:lvl4pPr>
            <a:lvl5pPr algn="l">
              <a:buNone/>
              <a:defRPr sz="2025" b="0">
                <a:solidFill>
                  <a:srgbClr val="17342E"/>
                </a:solidFill>
              </a:defRPr>
            </a:lvl5pPr>
            <a:lvl6pPr algn="l">
              <a:buNone/>
              <a:defRPr sz="2025" b="0">
                <a:solidFill>
                  <a:srgbClr val="17342E"/>
                </a:solidFill>
              </a:defRPr>
            </a:lvl6pPr>
            <a:lvl7pPr algn="l">
              <a:buNone/>
              <a:defRPr sz="2025" b="0">
                <a:solidFill>
                  <a:srgbClr val="17342E"/>
                </a:solidFill>
              </a:defRPr>
            </a:lvl7pPr>
            <a:lvl8pPr algn="l">
              <a:buNone/>
              <a:defRPr sz="2025" b="0">
                <a:solidFill>
                  <a:srgbClr val="17342E"/>
                </a:solidFill>
              </a:defRPr>
            </a:lvl8pPr>
            <a:lvl9pPr algn="l">
              <a:buNone/>
              <a:defRPr sz="2025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正式同版會員與交易驗收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真模型、D5 後台寫入與稽核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42E"/>
                </a:solidFill>
              </a:defRPr>
            </a:pPr>
            <a:r>
              <a:rPr sz="2025" b="0">
                <a:solidFill>
                  <a:srgbClr val="17342E"/>
                </a:solidFill>
              </a:rPr>
              <a:t>跨裝置素材、排練及最終簽收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ACF53-544C-404B-8973-ECB68CEA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314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4634B"/>
                </a:solidFill>
              </a:defRPr>
            </a:defPPr>
            <a:lvl1pPr algn="l">
              <a:buNone/>
              <a:defRPr sz="2025" b="0">
                <a:solidFill>
                  <a:srgbClr val="14634B"/>
                </a:solidFill>
              </a:defRPr>
            </a:lvl1pPr>
            <a:lvl2pPr algn="l">
              <a:buNone/>
              <a:defRPr sz="2025" b="0">
                <a:solidFill>
                  <a:srgbClr val="14634B"/>
                </a:solidFill>
              </a:defRPr>
            </a:lvl2pPr>
            <a:lvl3pPr algn="l">
              <a:buNone/>
              <a:defRPr sz="2025" b="0">
                <a:solidFill>
                  <a:srgbClr val="14634B"/>
                </a:solidFill>
              </a:defRPr>
            </a:lvl3pPr>
            <a:lvl4pPr algn="l">
              <a:buNone/>
              <a:defRPr sz="2025" b="0">
                <a:solidFill>
                  <a:srgbClr val="14634B"/>
                </a:solidFill>
              </a:defRPr>
            </a:lvl4pPr>
            <a:lvl5pPr algn="l">
              <a:buNone/>
              <a:defRPr sz="2025" b="0">
                <a:solidFill>
                  <a:srgbClr val="14634B"/>
                </a:solidFill>
              </a:defRPr>
            </a:lvl5pPr>
            <a:lvl6pPr algn="l">
              <a:buNone/>
              <a:defRPr sz="2025" b="0">
                <a:solidFill>
                  <a:srgbClr val="14634B"/>
                </a:solidFill>
              </a:defRPr>
            </a:lvl6pPr>
            <a:lvl7pPr algn="l">
              <a:buNone/>
              <a:defRPr sz="2025" b="0">
                <a:solidFill>
                  <a:srgbClr val="14634B"/>
                </a:solidFill>
              </a:defRPr>
            </a:lvl7pPr>
            <a:lvl8pPr algn="l">
              <a:buNone/>
              <a:defRPr sz="2025" b="0">
                <a:solidFill>
                  <a:srgbClr val="14634B"/>
                </a:solidFill>
              </a:defRPr>
            </a:lvl8pPr>
            <a:lvl9pPr algn="l">
              <a:buNone/>
              <a:defRPr sz="2025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34B"/>
                </a:solidFill>
              </a:defRPr>
            </a:pPr>
            <a:r>
              <a:rPr sz="2025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75166fbf55fb4370"/>
              </a:rPr>
              <a:t>汪文彥 SAM</a:t>
            </a:r>
          </a:p>
        </p:txBody>
      </p:sp>
      <p:sp>
        <p:nvSpPr>
          <p:cNvPr id="10" name="106084164">
            <a:extLst xmlns:a="http://schemas.openxmlformats.org/drawingml/2006/main">
              <a:ext uri="{FF2B5EF4-FFF2-40B4-BE49-F238E27FC236}">
                <a16:creationId xmlns:a16="http://schemas.microsoft.com/office/drawing/2014/main" id="{2FBE8F4D-CE30-4839-ADB8-800A1550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536760"/>
                </a:solidFill>
              </a:defRPr>
            </a:defPPr>
            <a:lvl1pPr algn="l">
              <a:buNone/>
              <a:defRPr sz="1575" b="0">
                <a:solidFill>
                  <a:srgbClr val="536760"/>
                </a:solidFill>
              </a:defRPr>
            </a:lvl1pPr>
            <a:lvl2pPr algn="l">
              <a:buNone/>
              <a:defRPr sz="1575" b="0">
                <a:solidFill>
                  <a:srgbClr val="536760"/>
                </a:solidFill>
              </a:defRPr>
            </a:lvl2pPr>
            <a:lvl3pPr algn="l">
              <a:buNone/>
              <a:defRPr sz="1575" b="0">
                <a:solidFill>
                  <a:srgbClr val="536760"/>
                </a:solidFill>
              </a:defRPr>
            </a:lvl3pPr>
            <a:lvl4pPr algn="l">
              <a:buNone/>
              <a:defRPr sz="1575" b="0">
                <a:solidFill>
                  <a:srgbClr val="536760"/>
                </a:solidFill>
              </a:defRPr>
            </a:lvl4pPr>
            <a:lvl5pPr algn="l">
              <a:buNone/>
              <a:defRPr sz="1575" b="0">
                <a:solidFill>
                  <a:srgbClr val="536760"/>
                </a:solidFill>
              </a:defRPr>
            </a:lvl5pPr>
            <a:lvl6pPr algn="l">
              <a:buNone/>
              <a:defRPr sz="1575" b="0">
                <a:solidFill>
                  <a:srgbClr val="536760"/>
                </a:solidFill>
              </a:defRPr>
            </a:lvl6pPr>
            <a:lvl7pPr algn="l">
              <a:buNone/>
              <a:defRPr sz="1575" b="0">
                <a:solidFill>
                  <a:srgbClr val="536760"/>
                </a:solidFill>
              </a:defRPr>
            </a:lvl7pPr>
            <a:lvl8pPr algn="l">
              <a:buNone/>
              <a:defRPr sz="1575" b="0">
                <a:solidFill>
                  <a:srgbClr val="536760"/>
                </a:solidFill>
              </a:defRPr>
            </a:lvl8pPr>
            <a:lvl9pPr algn="l">
              <a:buNone/>
              <a:defRPr sz="15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36760"/>
                </a:solidFill>
              </a:defRPr>
            </a:pPr>
            <a:r>
              <a:rPr sz="1575" b="0">
                <a:solidFill>
                  <a:srgbClr val="536760"/>
                </a:solidFill>
              </a:rPr>
              <a:t>106084164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AB8BB-79C4-4845-B984-01B9EC3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4634B"/>
                </a:solidFill>
              </a:defRPr>
            </a:defPPr>
            <a:lvl1pPr algn="l">
              <a:buNone/>
              <a:defRPr sz="1500" b="0">
                <a:solidFill>
                  <a:srgbClr val="14634B"/>
                </a:solidFill>
              </a:defRPr>
            </a:lvl1pPr>
            <a:lvl2pPr algn="l">
              <a:buNone/>
              <a:defRPr sz="1500" b="0">
                <a:solidFill>
                  <a:srgbClr val="14634B"/>
                </a:solidFill>
              </a:defRPr>
            </a:lvl2pPr>
            <a:lvl3pPr algn="l">
              <a:buNone/>
              <a:defRPr sz="1500" b="0">
                <a:solidFill>
                  <a:srgbClr val="14634B"/>
                </a:solidFill>
              </a:defRPr>
            </a:lvl3pPr>
            <a:lvl4pPr algn="l">
              <a:buNone/>
              <a:defRPr sz="1500" b="0">
                <a:solidFill>
                  <a:srgbClr val="14634B"/>
                </a:solidFill>
              </a:defRPr>
            </a:lvl4pPr>
            <a:lvl5pPr algn="l">
              <a:buNone/>
              <a:defRPr sz="1500" b="0">
                <a:solidFill>
                  <a:srgbClr val="14634B"/>
                </a:solidFill>
              </a:defRPr>
            </a:lvl5pPr>
            <a:lvl6pPr algn="l">
              <a:buNone/>
              <a:defRPr sz="1500" b="0">
                <a:solidFill>
                  <a:srgbClr val="14634B"/>
                </a:solidFill>
              </a:defRPr>
            </a:lvl6pPr>
            <a:lvl7pPr algn="l">
              <a:buNone/>
              <a:defRPr sz="1500" b="0">
                <a:solidFill>
                  <a:srgbClr val="14634B"/>
                </a:solidFill>
              </a:defRPr>
            </a:lvl7pPr>
            <a:lvl8pPr algn="l">
              <a:buNone/>
              <a:defRPr sz="1500" b="0">
                <a:solidFill>
                  <a:srgbClr val="14634B"/>
                </a:solidFill>
              </a:defRPr>
            </a:lvl8pPr>
            <a:lvl9pPr algn="l">
              <a:buNone/>
              <a:defRPr sz="15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4634B"/>
                </a:solidFill>
              </a:defRPr>
            </a:pPr>
            <a:r>
              <a:rPr sz="15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b1ac8cf7a5414bdc"/>
              </a:rPr>
              <a:t>cashsam@gmail.com</a:t>
            </a:r>
          </a:p>
        </p:txBody>
      </p:sp>
      <p:sp>
        <p:nvSpPr>
          <p:cNvPr id="12" name="資料庫、測試、整合與交付">
            <a:extLst xmlns:a="http://schemas.openxmlformats.org/drawingml/2006/main">
              <a:ext uri="{FF2B5EF4-FFF2-40B4-BE49-F238E27FC236}">
                <a16:creationId xmlns:a16="http://schemas.microsoft.com/office/drawing/2014/main" id="{B1884C6E-CE77-4D9E-ABD1-29C14F2E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00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342E"/>
                </a:solidFill>
              </a:defRPr>
            </a:defPPr>
            <a:lvl1pPr algn="l">
              <a:buNone/>
              <a:defRPr sz="1500" b="0">
                <a:solidFill>
                  <a:srgbClr val="17342E"/>
                </a:solidFill>
              </a:defRPr>
            </a:lvl1pPr>
            <a:lvl2pPr algn="l">
              <a:buNone/>
              <a:defRPr sz="1500" b="0">
                <a:solidFill>
                  <a:srgbClr val="17342E"/>
                </a:solidFill>
              </a:defRPr>
            </a:lvl2pPr>
            <a:lvl3pPr algn="l">
              <a:buNone/>
              <a:defRPr sz="1500" b="0">
                <a:solidFill>
                  <a:srgbClr val="17342E"/>
                </a:solidFill>
              </a:defRPr>
            </a:lvl3pPr>
            <a:lvl4pPr algn="l">
              <a:buNone/>
              <a:defRPr sz="1500" b="0">
                <a:solidFill>
                  <a:srgbClr val="17342E"/>
                </a:solidFill>
              </a:defRPr>
            </a:lvl4pPr>
            <a:lvl5pPr algn="l">
              <a:buNone/>
              <a:defRPr sz="1500" b="0">
                <a:solidFill>
                  <a:srgbClr val="17342E"/>
                </a:solidFill>
              </a:defRPr>
            </a:lvl5pPr>
            <a:lvl6pPr algn="l">
              <a:buNone/>
              <a:defRPr sz="1500" b="0">
                <a:solidFill>
                  <a:srgbClr val="17342E"/>
                </a:solidFill>
              </a:defRPr>
            </a:lvl6pPr>
            <a:lvl7pPr algn="l">
              <a:buNone/>
              <a:defRPr sz="1500" b="0">
                <a:solidFill>
                  <a:srgbClr val="17342E"/>
                </a:solidFill>
              </a:defRPr>
            </a:lvl7pPr>
            <a:lvl8pPr algn="l">
              <a:buNone/>
              <a:defRPr sz="1500" b="0">
                <a:solidFill>
                  <a:srgbClr val="17342E"/>
                </a:solidFill>
              </a:defRPr>
            </a:lvl8pPr>
            <a:lvl9pPr algn="l">
              <a:buNone/>
              <a:defRPr sz="1500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42E"/>
                </a:solidFill>
              </a:defRPr>
            </a:pPr>
            <a:r>
              <a:rPr sz="1500" b="0">
                <a:solidFill>
                  <a:srgbClr val="17342E"/>
                </a:solidFill>
              </a:rPr>
              <a:t>資料庫、測試、整合與交付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0B939-3FE5-4659-BD58-8E21F70A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76750"/>
            <a:ext cx="314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4634B"/>
                </a:solidFill>
              </a:defRPr>
            </a:defPPr>
            <a:lvl1pPr algn="l">
              <a:buNone/>
              <a:defRPr sz="2025" b="0">
                <a:solidFill>
                  <a:srgbClr val="14634B"/>
                </a:solidFill>
              </a:defRPr>
            </a:lvl1pPr>
            <a:lvl2pPr algn="l">
              <a:buNone/>
              <a:defRPr sz="2025" b="0">
                <a:solidFill>
                  <a:srgbClr val="14634B"/>
                </a:solidFill>
              </a:defRPr>
            </a:lvl2pPr>
            <a:lvl3pPr algn="l">
              <a:buNone/>
              <a:defRPr sz="2025" b="0">
                <a:solidFill>
                  <a:srgbClr val="14634B"/>
                </a:solidFill>
              </a:defRPr>
            </a:lvl3pPr>
            <a:lvl4pPr algn="l">
              <a:buNone/>
              <a:defRPr sz="2025" b="0">
                <a:solidFill>
                  <a:srgbClr val="14634B"/>
                </a:solidFill>
              </a:defRPr>
            </a:lvl4pPr>
            <a:lvl5pPr algn="l">
              <a:buNone/>
              <a:defRPr sz="2025" b="0">
                <a:solidFill>
                  <a:srgbClr val="14634B"/>
                </a:solidFill>
              </a:defRPr>
            </a:lvl5pPr>
            <a:lvl6pPr algn="l">
              <a:buNone/>
              <a:defRPr sz="2025" b="0">
                <a:solidFill>
                  <a:srgbClr val="14634B"/>
                </a:solidFill>
              </a:defRPr>
            </a:lvl6pPr>
            <a:lvl7pPr algn="l">
              <a:buNone/>
              <a:defRPr sz="2025" b="0">
                <a:solidFill>
                  <a:srgbClr val="14634B"/>
                </a:solidFill>
              </a:defRPr>
            </a:lvl7pPr>
            <a:lvl8pPr algn="l">
              <a:buNone/>
              <a:defRPr sz="2025" b="0">
                <a:solidFill>
                  <a:srgbClr val="14634B"/>
                </a:solidFill>
              </a:defRPr>
            </a:lvl8pPr>
            <a:lvl9pPr algn="l">
              <a:buNone/>
              <a:defRPr sz="2025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34B"/>
                </a:solidFill>
              </a:defRPr>
            </a:pPr>
            <a:r>
              <a:rPr sz="2025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ae0490473092438d"/>
              </a:rPr>
              <a:t>陳仁千 REN</a:t>
            </a:r>
          </a:p>
        </p:txBody>
      </p:sp>
      <p:sp>
        <p:nvSpPr>
          <p:cNvPr id="14" name="105910496">
            <a:extLst xmlns:a="http://schemas.openxmlformats.org/drawingml/2006/main">
              <a:ext uri="{FF2B5EF4-FFF2-40B4-BE49-F238E27FC236}">
                <a16:creationId xmlns:a16="http://schemas.microsoft.com/office/drawing/2014/main" id="{E8D13E23-17F5-4BE9-9BF6-16DA60E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14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536760"/>
                </a:solidFill>
              </a:defRPr>
            </a:defPPr>
            <a:lvl1pPr algn="l">
              <a:buNone/>
              <a:defRPr sz="1575" b="0">
                <a:solidFill>
                  <a:srgbClr val="536760"/>
                </a:solidFill>
              </a:defRPr>
            </a:lvl1pPr>
            <a:lvl2pPr algn="l">
              <a:buNone/>
              <a:defRPr sz="1575" b="0">
                <a:solidFill>
                  <a:srgbClr val="536760"/>
                </a:solidFill>
              </a:defRPr>
            </a:lvl2pPr>
            <a:lvl3pPr algn="l">
              <a:buNone/>
              <a:defRPr sz="1575" b="0">
                <a:solidFill>
                  <a:srgbClr val="536760"/>
                </a:solidFill>
              </a:defRPr>
            </a:lvl3pPr>
            <a:lvl4pPr algn="l">
              <a:buNone/>
              <a:defRPr sz="1575" b="0">
                <a:solidFill>
                  <a:srgbClr val="536760"/>
                </a:solidFill>
              </a:defRPr>
            </a:lvl4pPr>
            <a:lvl5pPr algn="l">
              <a:buNone/>
              <a:defRPr sz="1575" b="0">
                <a:solidFill>
                  <a:srgbClr val="536760"/>
                </a:solidFill>
              </a:defRPr>
            </a:lvl5pPr>
            <a:lvl6pPr algn="l">
              <a:buNone/>
              <a:defRPr sz="1575" b="0">
                <a:solidFill>
                  <a:srgbClr val="536760"/>
                </a:solidFill>
              </a:defRPr>
            </a:lvl6pPr>
            <a:lvl7pPr algn="l">
              <a:buNone/>
              <a:defRPr sz="1575" b="0">
                <a:solidFill>
                  <a:srgbClr val="536760"/>
                </a:solidFill>
              </a:defRPr>
            </a:lvl7pPr>
            <a:lvl8pPr algn="l">
              <a:buNone/>
              <a:defRPr sz="1575" b="0">
                <a:solidFill>
                  <a:srgbClr val="536760"/>
                </a:solidFill>
              </a:defRPr>
            </a:lvl8pPr>
            <a:lvl9pPr algn="l">
              <a:buNone/>
              <a:defRPr sz="15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36760"/>
                </a:solidFill>
              </a:defRPr>
            </a:pPr>
            <a:r>
              <a:rPr sz="1575" b="0">
                <a:solidFill>
                  <a:srgbClr val="536760"/>
                </a:solidFill>
              </a:rPr>
              <a:t>105910496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6F61B-03C9-48C4-AB9D-ED5C4F5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4634B"/>
                </a:solidFill>
              </a:defRPr>
            </a:defPPr>
            <a:lvl1pPr algn="l">
              <a:buNone/>
              <a:defRPr sz="1500" b="0">
                <a:solidFill>
                  <a:srgbClr val="14634B"/>
                </a:solidFill>
              </a:defRPr>
            </a:lvl1pPr>
            <a:lvl2pPr algn="l">
              <a:buNone/>
              <a:defRPr sz="1500" b="0">
                <a:solidFill>
                  <a:srgbClr val="14634B"/>
                </a:solidFill>
              </a:defRPr>
            </a:lvl2pPr>
            <a:lvl3pPr algn="l">
              <a:buNone/>
              <a:defRPr sz="1500" b="0">
                <a:solidFill>
                  <a:srgbClr val="14634B"/>
                </a:solidFill>
              </a:defRPr>
            </a:lvl3pPr>
            <a:lvl4pPr algn="l">
              <a:buNone/>
              <a:defRPr sz="1500" b="0">
                <a:solidFill>
                  <a:srgbClr val="14634B"/>
                </a:solidFill>
              </a:defRPr>
            </a:lvl4pPr>
            <a:lvl5pPr algn="l">
              <a:buNone/>
              <a:defRPr sz="1500" b="0">
                <a:solidFill>
                  <a:srgbClr val="14634B"/>
                </a:solidFill>
              </a:defRPr>
            </a:lvl5pPr>
            <a:lvl6pPr algn="l">
              <a:buNone/>
              <a:defRPr sz="1500" b="0">
                <a:solidFill>
                  <a:srgbClr val="14634B"/>
                </a:solidFill>
              </a:defRPr>
            </a:lvl6pPr>
            <a:lvl7pPr algn="l">
              <a:buNone/>
              <a:defRPr sz="1500" b="0">
                <a:solidFill>
                  <a:srgbClr val="14634B"/>
                </a:solidFill>
              </a:defRPr>
            </a:lvl7pPr>
            <a:lvl8pPr algn="l">
              <a:buNone/>
              <a:defRPr sz="1500" b="0">
                <a:solidFill>
                  <a:srgbClr val="14634B"/>
                </a:solidFill>
              </a:defRPr>
            </a:lvl8pPr>
            <a:lvl9pPr algn="l">
              <a:buNone/>
              <a:defRPr sz="15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4634B"/>
                </a:solidFill>
              </a:defRPr>
            </a:pPr>
            <a:r>
              <a:rPr sz="15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9bf518d7e082466a"/>
              </a:rPr>
              <a:t>chen2000401@gmail.com</a:t>
            </a:r>
          </a:p>
        </p:txBody>
      </p:sp>
      <p:sp>
        <p:nvSpPr>
          <p:cNvPr id="16" name="會員、購物車與訂單">
            <a:extLst xmlns:a="http://schemas.openxmlformats.org/drawingml/2006/main">
              <a:ext uri="{FF2B5EF4-FFF2-40B4-BE49-F238E27FC236}">
                <a16:creationId xmlns:a16="http://schemas.microsoft.com/office/drawing/2014/main" id="{41C93BEF-B1D2-4ED1-A225-37D79488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00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342E"/>
                </a:solidFill>
              </a:defRPr>
            </a:defPPr>
            <a:lvl1pPr algn="l">
              <a:buNone/>
              <a:defRPr sz="1500" b="0">
                <a:solidFill>
                  <a:srgbClr val="17342E"/>
                </a:solidFill>
              </a:defRPr>
            </a:lvl1pPr>
            <a:lvl2pPr algn="l">
              <a:buNone/>
              <a:defRPr sz="1500" b="0">
                <a:solidFill>
                  <a:srgbClr val="17342E"/>
                </a:solidFill>
              </a:defRPr>
            </a:lvl2pPr>
            <a:lvl3pPr algn="l">
              <a:buNone/>
              <a:defRPr sz="1500" b="0">
                <a:solidFill>
                  <a:srgbClr val="17342E"/>
                </a:solidFill>
              </a:defRPr>
            </a:lvl3pPr>
            <a:lvl4pPr algn="l">
              <a:buNone/>
              <a:defRPr sz="1500" b="0">
                <a:solidFill>
                  <a:srgbClr val="17342E"/>
                </a:solidFill>
              </a:defRPr>
            </a:lvl4pPr>
            <a:lvl5pPr algn="l">
              <a:buNone/>
              <a:defRPr sz="1500" b="0">
                <a:solidFill>
                  <a:srgbClr val="17342E"/>
                </a:solidFill>
              </a:defRPr>
            </a:lvl5pPr>
            <a:lvl6pPr algn="l">
              <a:buNone/>
              <a:defRPr sz="1500" b="0">
                <a:solidFill>
                  <a:srgbClr val="17342E"/>
                </a:solidFill>
              </a:defRPr>
            </a:lvl6pPr>
            <a:lvl7pPr algn="l">
              <a:buNone/>
              <a:defRPr sz="1500" b="0">
                <a:solidFill>
                  <a:srgbClr val="17342E"/>
                </a:solidFill>
              </a:defRPr>
            </a:lvl7pPr>
            <a:lvl8pPr algn="l">
              <a:buNone/>
              <a:defRPr sz="1500" b="0">
                <a:solidFill>
                  <a:srgbClr val="17342E"/>
                </a:solidFill>
              </a:defRPr>
            </a:lvl8pPr>
            <a:lvl9pPr algn="l">
              <a:buNone/>
              <a:defRPr sz="1500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42E"/>
                </a:solidFill>
              </a:defRPr>
            </a:pPr>
            <a:r>
              <a:rPr sz="1500" b="0">
                <a:solidFill>
                  <a:srgbClr val="17342E"/>
                </a:solidFill>
              </a:rPr>
              <a:t>會員、購物車與訂單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C1E7D-1B00-4F51-8B72-38143574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76750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14634B"/>
                </a:solidFill>
              </a:defRPr>
            </a:defPPr>
            <a:lvl1pPr algn="l">
              <a:buNone/>
              <a:defRPr sz="2025" b="0">
                <a:solidFill>
                  <a:srgbClr val="14634B"/>
                </a:solidFill>
              </a:defRPr>
            </a:lvl1pPr>
            <a:lvl2pPr algn="l">
              <a:buNone/>
              <a:defRPr sz="2025" b="0">
                <a:solidFill>
                  <a:srgbClr val="14634B"/>
                </a:solidFill>
              </a:defRPr>
            </a:lvl2pPr>
            <a:lvl3pPr algn="l">
              <a:buNone/>
              <a:defRPr sz="2025" b="0">
                <a:solidFill>
                  <a:srgbClr val="14634B"/>
                </a:solidFill>
              </a:defRPr>
            </a:lvl3pPr>
            <a:lvl4pPr algn="l">
              <a:buNone/>
              <a:defRPr sz="2025" b="0">
                <a:solidFill>
                  <a:srgbClr val="14634B"/>
                </a:solidFill>
              </a:defRPr>
            </a:lvl4pPr>
            <a:lvl5pPr algn="l">
              <a:buNone/>
              <a:defRPr sz="2025" b="0">
                <a:solidFill>
                  <a:srgbClr val="14634B"/>
                </a:solidFill>
              </a:defRPr>
            </a:lvl5pPr>
            <a:lvl6pPr algn="l">
              <a:buNone/>
              <a:defRPr sz="2025" b="0">
                <a:solidFill>
                  <a:srgbClr val="14634B"/>
                </a:solidFill>
              </a:defRPr>
            </a:lvl6pPr>
            <a:lvl7pPr algn="l">
              <a:buNone/>
              <a:defRPr sz="2025" b="0">
                <a:solidFill>
                  <a:srgbClr val="14634B"/>
                </a:solidFill>
              </a:defRPr>
            </a:lvl7pPr>
            <a:lvl8pPr algn="l">
              <a:buNone/>
              <a:defRPr sz="2025" b="0">
                <a:solidFill>
                  <a:srgbClr val="14634B"/>
                </a:solidFill>
              </a:defRPr>
            </a:lvl8pPr>
            <a:lvl9pPr algn="l">
              <a:buNone/>
              <a:defRPr sz="2025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34B"/>
                </a:solidFill>
              </a:defRPr>
            </a:pPr>
            <a:r>
              <a:rPr sz="2025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31552b56ea1f4642"/>
              </a:rPr>
              <a:t>黃健維 JEFF</a:t>
            </a:r>
          </a:p>
        </p:txBody>
      </p:sp>
      <p:sp>
        <p:nvSpPr>
          <p:cNvPr id="18" name="106104063">
            <a:extLst xmlns:a="http://schemas.openxmlformats.org/drawingml/2006/main">
              <a:ext uri="{FF2B5EF4-FFF2-40B4-BE49-F238E27FC236}">
                <a16:creationId xmlns:a16="http://schemas.microsoft.com/office/drawing/2014/main" id="{5428B6DF-78CA-4414-ADA2-C7ECADBD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14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536760"/>
                </a:solidFill>
              </a:defRPr>
            </a:defPPr>
            <a:lvl1pPr algn="l">
              <a:buNone/>
              <a:defRPr sz="1575" b="0">
                <a:solidFill>
                  <a:srgbClr val="536760"/>
                </a:solidFill>
              </a:defRPr>
            </a:lvl1pPr>
            <a:lvl2pPr algn="l">
              <a:buNone/>
              <a:defRPr sz="1575" b="0">
                <a:solidFill>
                  <a:srgbClr val="536760"/>
                </a:solidFill>
              </a:defRPr>
            </a:lvl2pPr>
            <a:lvl3pPr algn="l">
              <a:buNone/>
              <a:defRPr sz="1575" b="0">
                <a:solidFill>
                  <a:srgbClr val="536760"/>
                </a:solidFill>
              </a:defRPr>
            </a:lvl3pPr>
            <a:lvl4pPr algn="l">
              <a:buNone/>
              <a:defRPr sz="1575" b="0">
                <a:solidFill>
                  <a:srgbClr val="536760"/>
                </a:solidFill>
              </a:defRPr>
            </a:lvl4pPr>
            <a:lvl5pPr algn="l">
              <a:buNone/>
              <a:defRPr sz="1575" b="0">
                <a:solidFill>
                  <a:srgbClr val="536760"/>
                </a:solidFill>
              </a:defRPr>
            </a:lvl5pPr>
            <a:lvl6pPr algn="l">
              <a:buNone/>
              <a:defRPr sz="1575" b="0">
                <a:solidFill>
                  <a:srgbClr val="536760"/>
                </a:solidFill>
              </a:defRPr>
            </a:lvl6pPr>
            <a:lvl7pPr algn="l">
              <a:buNone/>
              <a:defRPr sz="1575" b="0">
                <a:solidFill>
                  <a:srgbClr val="536760"/>
                </a:solidFill>
              </a:defRPr>
            </a:lvl7pPr>
            <a:lvl8pPr algn="l">
              <a:buNone/>
              <a:defRPr sz="1575" b="0">
                <a:solidFill>
                  <a:srgbClr val="536760"/>
                </a:solidFill>
              </a:defRPr>
            </a:lvl8pPr>
            <a:lvl9pPr algn="l">
              <a:buNone/>
              <a:defRPr sz="1575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36760"/>
                </a:solidFill>
              </a:defRPr>
            </a:pPr>
            <a:r>
              <a:rPr sz="1575" b="0">
                <a:solidFill>
                  <a:srgbClr val="536760"/>
                </a:solidFill>
              </a:rPr>
              <a:t>106104063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22CF8-4078-40DF-B13F-4AA0CB40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38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4634B"/>
                </a:solidFill>
              </a:defRPr>
            </a:defPPr>
            <a:lvl1pPr algn="l">
              <a:buNone/>
              <a:defRPr sz="1500" b="0">
                <a:solidFill>
                  <a:srgbClr val="14634B"/>
                </a:solidFill>
              </a:defRPr>
            </a:lvl1pPr>
            <a:lvl2pPr algn="l">
              <a:buNone/>
              <a:defRPr sz="1500" b="0">
                <a:solidFill>
                  <a:srgbClr val="14634B"/>
                </a:solidFill>
              </a:defRPr>
            </a:lvl2pPr>
            <a:lvl3pPr algn="l">
              <a:buNone/>
              <a:defRPr sz="1500" b="0">
                <a:solidFill>
                  <a:srgbClr val="14634B"/>
                </a:solidFill>
              </a:defRPr>
            </a:lvl3pPr>
            <a:lvl4pPr algn="l">
              <a:buNone/>
              <a:defRPr sz="1500" b="0">
                <a:solidFill>
                  <a:srgbClr val="14634B"/>
                </a:solidFill>
              </a:defRPr>
            </a:lvl4pPr>
            <a:lvl5pPr algn="l">
              <a:buNone/>
              <a:defRPr sz="1500" b="0">
                <a:solidFill>
                  <a:srgbClr val="14634B"/>
                </a:solidFill>
              </a:defRPr>
            </a:lvl5pPr>
            <a:lvl6pPr algn="l">
              <a:buNone/>
              <a:defRPr sz="1500" b="0">
                <a:solidFill>
                  <a:srgbClr val="14634B"/>
                </a:solidFill>
              </a:defRPr>
            </a:lvl6pPr>
            <a:lvl7pPr algn="l">
              <a:buNone/>
              <a:defRPr sz="1500" b="0">
                <a:solidFill>
                  <a:srgbClr val="14634B"/>
                </a:solidFill>
              </a:defRPr>
            </a:lvl7pPr>
            <a:lvl8pPr algn="l">
              <a:buNone/>
              <a:defRPr sz="1500" b="0">
                <a:solidFill>
                  <a:srgbClr val="14634B"/>
                </a:solidFill>
              </a:defRPr>
            </a:lvl8pPr>
            <a:lvl9pPr algn="l">
              <a:buNone/>
              <a:defRPr sz="1500" b="0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4634B"/>
                </a:solidFill>
              </a:defRPr>
            </a:pPr>
            <a:r>
              <a:rPr sz="1500">
                <a:solidFill>
                  <a:srgbClr val="14634B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95b2010ff0f049a5"/>
              </a:rPr>
              <a:t>jeff841117@gmail.com</a:t>
            </a:r>
          </a:p>
        </p:txBody>
      </p:sp>
      <p:sp>
        <p:nvSpPr>
          <p:cNvPr id="20" name="AI 推薦、營運分析與後台">
            <a:extLst xmlns:a="http://schemas.openxmlformats.org/drawingml/2006/main">
              <a:ext uri="{FF2B5EF4-FFF2-40B4-BE49-F238E27FC236}">
                <a16:creationId xmlns:a16="http://schemas.microsoft.com/office/drawing/2014/main" id="{E745DBCC-77B9-4A92-B574-CBA26788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00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342E"/>
                </a:solidFill>
              </a:defRPr>
            </a:defPPr>
            <a:lvl1pPr algn="l">
              <a:buNone/>
              <a:defRPr sz="1500" b="0">
                <a:solidFill>
                  <a:srgbClr val="17342E"/>
                </a:solidFill>
              </a:defRPr>
            </a:lvl1pPr>
            <a:lvl2pPr algn="l">
              <a:buNone/>
              <a:defRPr sz="1500" b="0">
                <a:solidFill>
                  <a:srgbClr val="17342E"/>
                </a:solidFill>
              </a:defRPr>
            </a:lvl2pPr>
            <a:lvl3pPr algn="l">
              <a:buNone/>
              <a:defRPr sz="1500" b="0">
                <a:solidFill>
                  <a:srgbClr val="17342E"/>
                </a:solidFill>
              </a:defRPr>
            </a:lvl3pPr>
            <a:lvl4pPr algn="l">
              <a:buNone/>
              <a:defRPr sz="1500" b="0">
                <a:solidFill>
                  <a:srgbClr val="17342E"/>
                </a:solidFill>
              </a:defRPr>
            </a:lvl4pPr>
            <a:lvl5pPr algn="l">
              <a:buNone/>
              <a:defRPr sz="1500" b="0">
                <a:solidFill>
                  <a:srgbClr val="17342E"/>
                </a:solidFill>
              </a:defRPr>
            </a:lvl5pPr>
            <a:lvl6pPr algn="l">
              <a:buNone/>
              <a:defRPr sz="1500" b="0">
                <a:solidFill>
                  <a:srgbClr val="17342E"/>
                </a:solidFill>
              </a:defRPr>
            </a:lvl6pPr>
            <a:lvl7pPr algn="l">
              <a:buNone/>
              <a:defRPr sz="1500" b="0">
                <a:solidFill>
                  <a:srgbClr val="17342E"/>
                </a:solidFill>
              </a:defRPr>
            </a:lvl7pPr>
            <a:lvl8pPr algn="l">
              <a:buNone/>
              <a:defRPr sz="1500" b="0">
                <a:solidFill>
                  <a:srgbClr val="17342E"/>
                </a:solidFill>
              </a:defRPr>
            </a:lvl8pPr>
            <a:lvl9pPr algn="l">
              <a:buNone/>
              <a:defRPr sz="1500" b="0">
                <a:solidFill>
                  <a:srgbClr val="17342E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42E"/>
                </a:solidFill>
              </a:defRPr>
            </a:pPr>
            <a:r>
              <a:rPr sz="1500" b="0">
                <a:solidFill>
                  <a:srgbClr val="17342E"/>
                </a:solidFill>
              </a:rPr>
              <a:t>AI 推薦、營運分析與後台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8F2C5-DBBA-467D-8B59-166A8286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36760"/>
                </a:solidFill>
              </a:defRPr>
            </a:defPPr>
            <a:lvl1pPr algn="l">
              <a:buNone/>
              <a:defRPr sz="1650" b="0">
                <a:solidFill>
                  <a:srgbClr val="536760"/>
                </a:solidFill>
              </a:defRPr>
            </a:lvl1pPr>
            <a:lvl2pPr algn="l">
              <a:buNone/>
              <a:defRPr sz="1650" b="0">
                <a:solidFill>
                  <a:srgbClr val="536760"/>
                </a:solidFill>
              </a:defRPr>
            </a:lvl2pPr>
            <a:lvl3pPr algn="l">
              <a:buNone/>
              <a:defRPr sz="1650" b="0">
                <a:solidFill>
                  <a:srgbClr val="536760"/>
                </a:solidFill>
              </a:defRPr>
            </a:lvl3pPr>
            <a:lvl4pPr algn="l">
              <a:buNone/>
              <a:defRPr sz="1650" b="0">
                <a:solidFill>
                  <a:srgbClr val="536760"/>
                </a:solidFill>
              </a:defRPr>
            </a:lvl4pPr>
            <a:lvl5pPr algn="l">
              <a:buNone/>
              <a:defRPr sz="1650" b="0">
                <a:solidFill>
                  <a:srgbClr val="536760"/>
                </a:solidFill>
              </a:defRPr>
            </a:lvl5pPr>
            <a:lvl6pPr algn="l">
              <a:buNone/>
              <a:defRPr sz="1650" b="0">
                <a:solidFill>
                  <a:srgbClr val="536760"/>
                </a:solidFill>
              </a:defRPr>
            </a:lvl6pPr>
            <a:lvl7pPr algn="l">
              <a:buNone/>
              <a:defRPr sz="1650" b="0">
                <a:solidFill>
                  <a:srgbClr val="536760"/>
                </a:solidFill>
              </a:defRPr>
            </a:lvl7pPr>
            <a:lvl8pPr algn="l">
              <a:buNone/>
              <a:defRPr sz="1650" b="0">
                <a:solidFill>
                  <a:srgbClr val="536760"/>
                </a:solidFill>
              </a:defRPr>
            </a:lvl8pPr>
            <a:lvl9pPr algn="l">
              <a:buNone/>
              <a:defRPr sz="1650" b="0">
                <a:solidFill>
                  <a:srgbClr val="536760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760"/>
                </a:solidFill>
              </a:defRPr>
            </a:pPr>
            <a:r>
              <a:rPr sz="1650">
                <a:solidFill>
                  <a:srgbClr val="53676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5bd2435e80a34d00"/>
              </a:rPr>
              <a:t>指導講師：簡志璁 Alvin　fcaibialvin@gmail.com</a:t>
            </a:r>
          </a:p>
        </p:txBody>
      </p:sp>
      <p:sp>
        <p:nvSpPr>
          <p:cNvPr id="22" name="Q &amp; A">
            <a:extLst xmlns:a="http://schemas.openxmlformats.org/drawingml/2006/main">
              <a:ext uri="{FF2B5EF4-FFF2-40B4-BE49-F238E27FC236}">
                <a16:creationId xmlns:a16="http://schemas.microsoft.com/office/drawing/2014/main" id="{7CC79D8A-36C4-4915-B1CC-9043DB04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055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4634B"/>
                </a:solidFill>
              </a:defRPr>
            </a:defPPr>
            <a:lvl1pPr algn="l">
              <a:buNone/>
              <a:defRPr sz="2550" b="1">
                <a:solidFill>
                  <a:srgbClr val="14634B"/>
                </a:solidFill>
              </a:defRPr>
            </a:lvl1pPr>
            <a:lvl2pPr algn="l">
              <a:buNone/>
              <a:defRPr sz="2550" b="1">
                <a:solidFill>
                  <a:srgbClr val="14634B"/>
                </a:solidFill>
              </a:defRPr>
            </a:lvl2pPr>
            <a:lvl3pPr algn="l">
              <a:buNone/>
              <a:defRPr sz="2550" b="1">
                <a:solidFill>
                  <a:srgbClr val="14634B"/>
                </a:solidFill>
              </a:defRPr>
            </a:lvl3pPr>
            <a:lvl4pPr algn="l">
              <a:buNone/>
              <a:defRPr sz="2550" b="1">
                <a:solidFill>
                  <a:srgbClr val="14634B"/>
                </a:solidFill>
              </a:defRPr>
            </a:lvl4pPr>
            <a:lvl5pPr algn="l">
              <a:buNone/>
              <a:defRPr sz="2550" b="1">
                <a:solidFill>
                  <a:srgbClr val="14634B"/>
                </a:solidFill>
              </a:defRPr>
            </a:lvl5pPr>
            <a:lvl6pPr algn="l">
              <a:buNone/>
              <a:defRPr sz="2550" b="1">
                <a:solidFill>
                  <a:srgbClr val="14634B"/>
                </a:solidFill>
              </a:defRPr>
            </a:lvl6pPr>
            <a:lvl7pPr algn="l">
              <a:buNone/>
              <a:defRPr sz="2550" b="1">
                <a:solidFill>
                  <a:srgbClr val="14634B"/>
                </a:solidFill>
              </a:defRPr>
            </a:lvl7pPr>
            <a:lvl8pPr algn="l">
              <a:buNone/>
              <a:defRPr sz="2550" b="1">
                <a:solidFill>
                  <a:srgbClr val="14634B"/>
                </a:solidFill>
              </a:defRPr>
            </a:lvl8pPr>
            <a:lvl9pPr algn="l">
              <a:buNone/>
              <a:defRPr sz="2550" b="1">
                <a:solidFill>
                  <a:srgbClr val="14634B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4634B"/>
                </a:solidFill>
              </a:defRPr>
            </a:pPr>
            <a:r>
              <a:rPr sz="2550" b="1">
                <a:solidFill>
                  <a:srgbClr val="14634B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56975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2026-10-17T19:02:14.1180000Z</dcterms:created>
  <dcterms:modified xsi:type="dcterms:W3CDTF">2026-10-17T19:02:14.1180000Z</dcterms:modified>
</coreProperties>
</file>