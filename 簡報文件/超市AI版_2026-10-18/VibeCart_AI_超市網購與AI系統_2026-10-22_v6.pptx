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1fab45fb2e4307" /><Relationship Type="http://schemas.openxmlformats.org/officeDocument/2006/relationships/extended-properties" Target="/docProps/app.xml" Id="Rc15156c8ea8d4512" /><Relationship Type="http://schemas.openxmlformats.org/officeDocument/2006/relationships/officeDocument" Target="/ppt/presentation.xml" Id="R717a6bc217b945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a7ab470c914038"/>
  </p:sldMasterIdLst>
  <p:notesMasterIdLst>
    <p:notesMasterId xmlns:r="http://schemas.openxmlformats.org/officeDocument/2006/relationships" r:id="Raacac9eb1e024468"/>
  </p:notesMasterIdLst>
  <p:sldIdLst>
    <p:sldId xmlns:r="http://schemas.openxmlformats.org/officeDocument/2006/relationships" id="256" r:id="Rcefcd719bc344ccd"/>
    <p:sldId xmlns:r="http://schemas.openxmlformats.org/officeDocument/2006/relationships" id="257" r:id="Rafa346c950e240f0"/>
    <p:sldId xmlns:r="http://schemas.openxmlformats.org/officeDocument/2006/relationships" id="258" r:id="Re3075d97516a4ebb"/>
    <p:sldId xmlns:r="http://schemas.openxmlformats.org/officeDocument/2006/relationships" id="259" r:id="R4719e450727b4026"/>
    <p:sldId xmlns:r="http://schemas.openxmlformats.org/officeDocument/2006/relationships" id="260" r:id="Rad1ce43e41634e0e"/>
    <p:sldId xmlns:r="http://schemas.openxmlformats.org/officeDocument/2006/relationships" id="261" r:id="Rf31fff4520734fcd"/>
    <p:sldId xmlns:r="http://schemas.openxmlformats.org/officeDocument/2006/relationships" id="262" r:id="Rb06f7a10ab134956"/>
    <p:sldId xmlns:r="http://schemas.openxmlformats.org/officeDocument/2006/relationships" id="263" r:id="R7b2269149f6a4720"/>
    <p:sldId xmlns:r="http://schemas.openxmlformats.org/officeDocument/2006/relationships" id="264" r:id="Rc1c606081b2a42a5"/>
    <p:sldId xmlns:r="http://schemas.openxmlformats.org/officeDocument/2006/relationships" id="265" r:id="Rc1342b13063b4ed9"/>
    <p:sldId xmlns:r="http://schemas.openxmlformats.org/officeDocument/2006/relationships" id="266" r:id="Rfa84039282d84598"/>
    <p:sldId xmlns:r="http://schemas.openxmlformats.org/officeDocument/2006/relationships" id="267" r:id="Rbb315503039c4aa2"/>
    <p:sldId xmlns:r="http://schemas.openxmlformats.org/officeDocument/2006/relationships" id="268" r:id="R070f599d8df74636"/>
    <p:sldId xmlns:r="http://schemas.openxmlformats.org/officeDocument/2006/relationships" id="269" r:id="R4c6bc18ea9be4dfd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ea8c658f0b4b55" /><Relationship Type="http://schemas.openxmlformats.org/officeDocument/2006/relationships/slideMaster" Target="/ppt/slideMasters/slideMaster1.xml" Id="Reaa7ab470c914038" /><Relationship Type="http://schemas.openxmlformats.org/officeDocument/2006/relationships/notesMaster" Target="/ppt/notesMasters/notesMaster1.xml" Id="Raacac9eb1e024468" /><Relationship Type="http://schemas.openxmlformats.org/officeDocument/2006/relationships/presProps" Target="/ppt/presProps.xml" Id="R56944243a0c54a71" /><Relationship Type="http://schemas.openxmlformats.org/officeDocument/2006/relationships/viewProps" Target="/ppt/viewProps.xml" Id="Rd8c9713a684a4215" /><Relationship Type="http://schemas.openxmlformats.org/officeDocument/2006/relationships/tableStyles" Target="/ppt/tableStyles.xml" Id="R85d2e63931fa4021" /><Relationship Type="http://schemas.openxmlformats.org/officeDocument/2006/relationships/slide" Target="/ppt/slides/slide1.xml" Id="Rcefcd719bc344ccd" /><Relationship Type="http://schemas.openxmlformats.org/officeDocument/2006/relationships/slide" Target="/ppt/slides/slide2.xml" Id="Rafa346c950e240f0" /><Relationship Type="http://schemas.openxmlformats.org/officeDocument/2006/relationships/slide" Target="/ppt/slides/slide3.xml" Id="Re3075d97516a4ebb" /><Relationship Type="http://schemas.openxmlformats.org/officeDocument/2006/relationships/slide" Target="/ppt/slides/slide4.xml" Id="R4719e450727b4026" /><Relationship Type="http://schemas.openxmlformats.org/officeDocument/2006/relationships/slide" Target="/ppt/slides/slide5.xml" Id="Rad1ce43e41634e0e" /><Relationship Type="http://schemas.openxmlformats.org/officeDocument/2006/relationships/slide" Target="/ppt/slides/slide6.xml" Id="Rf31fff4520734fcd" /><Relationship Type="http://schemas.openxmlformats.org/officeDocument/2006/relationships/slide" Target="/ppt/slides/slide7.xml" Id="Rb06f7a10ab134956" /><Relationship Type="http://schemas.openxmlformats.org/officeDocument/2006/relationships/slide" Target="/ppt/slides/slide8.xml" Id="R7b2269149f6a4720" /><Relationship Type="http://schemas.openxmlformats.org/officeDocument/2006/relationships/slide" Target="/ppt/slides/slide9.xml" Id="Rc1c606081b2a42a5" /><Relationship Type="http://schemas.openxmlformats.org/officeDocument/2006/relationships/slide" Target="/ppt/slides/slide10.xml" Id="Rc1342b13063b4ed9" /><Relationship Type="http://schemas.openxmlformats.org/officeDocument/2006/relationships/slide" Target="/ppt/slides/slide11.xml" Id="Rfa84039282d84598" /><Relationship Type="http://schemas.openxmlformats.org/officeDocument/2006/relationships/slide" Target="/ppt/slides/slide12.xml" Id="Rbb315503039c4aa2" /><Relationship Type="http://schemas.openxmlformats.org/officeDocument/2006/relationships/slide" Target="/ppt/slides/slide13.xml" Id="R070f599d8df74636" /><Relationship Type="http://schemas.openxmlformats.org/officeDocument/2006/relationships/slide" Target="/ppt/slides/slide14.xml" Id="R4c6bc18ea9be4d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9a3997d04b49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JhengHei"/>
        <a:ea typeface=""/>
        <a:cs typeface=""/>
      </a:majorFont>
      <a:minorFont>
        <a:latin typeface="Microsoft Jheng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f5e3dfd23a4d09" /><Relationship Type="http://schemas.openxmlformats.org/officeDocument/2006/relationships/notesMaster" Target="/ppt/notesMasters/notesMaster1.xml" Id="R94b736b49e6940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783a539c604d3d" /><Relationship Type="http://schemas.openxmlformats.org/officeDocument/2006/relationships/notesMaster" Target="/ppt/notesMasters/notesMaster1.xml" Id="R73ea7f03913e42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c337bc1e1a4bb0" /><Relationship Type="http://schemas.openxmlformats.org/officeDocument/2006/relationships/notesMaster" Target="/ppt/notesMasters/notesMaster1.xml" Id="R3e43fc95a0ec4d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56ed2e892d4195" /><Relationship Type="http://schemas.openxmlformats.org/officeDocument/2006/relationships/notesMaster" Target="/ppt/notesMasters/notesMaster1.xml" Id="R77940724684b4d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d01d46c32741fe" /><Relationship Type="http://schemas.openxmlformats.org/officeDocument/2006/relationships/notesMaster" Target="/ppt/notesMasters/notesMaster1.xml" Id="R79d05dd8644e4b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5cc355bd6241d6" /><Relationship Type="http://schemas.openxmlformats.org/officeDocument/2006/relationships/notesMaster" Target="/ppt/notesMasters/notesMaster1.xml" Id="R1eb419aec38448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b1462555364e00" /><Relationship Type="http://schemas.openxmlformats.org/officeDocument/2006/relationships/notesMaster" Target="/ppt/notesMasters/notesMaster1.xml" Id="R4e65ef57d21644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617a8c67164140" /><Relationship Type="http://schemas.openxmlformats.org/officeDocument/2006/relationships/notesMaster" Target="/ppt/notesMasters/notesMaster1.xml" Id="Rf350c1dae3694d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a27750639e4211" /><Relationship Type="http://schemas.openxmlformats.org/officeDocument/2006/relationships/notesMaster" Target="/ppt/notesMasters/notesMaster1.xml" Id="R9f01b4fe2d1346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53ed7535836493f" /><Relationship Type="http://schemas.openxmlformats.org/officeDocument/2006/relationships/notesMaster" Target="/ppt/notesMasters/notesMaster1.xml" Id="Rd652e03b45b2421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d92450f4d9b4817" /><Relationship Type="http://schemas.openxmlformats.org/officeDocument/2006/relationships/notesMaster" Target="/ppt/notesMasters/notesMaster1.xml" Id="R568098a9259a443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6e980139c174d8d" /><Relationship Type="http://schemas.openxmlformats.org/officeDocument/2006/relationships/notesMaster" Target="/ppt/notesMasters/notesMaster1.xml" Id="Rab1beb62b21343f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333c043b53e4447" /><Relationship Type="http://schemas.openxmlformats.org/officeDocument/2006/relationships/notesMaster" Target="/ppt/notesMasters/notesMaster1.xml" Id="R96cc3c0657d2495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b67754f775842c6" /><Relationship Type="http://schemas.openxmlformats.org/officeDocument/2006/relationships/notesMaster" Target="/ppt/notesMasters/notesMaster1.xml" Id="R006de621bc8048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開場約 30 秒。我們以超市網購為情境，串接商品、SKU、會員購物與營運數據，探索可解釋推薦及 AI 洞察。圖片為 AI 生成的概念插畫，與系統操作畫面分開。</a:t>
            </a:r>
          </a:p>
          <a:p xmlns:a="http://schemas.openxmlformats.org/drawingml/2006/main">
            <a:r>
              <a:t>來源：https://github.com/SamWang61/LLM_PJ/blob/7affe59b23582940a2b83085c023c4b3b8b7d1e9/README.md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45 秒。消費者需要以分類和關鍵字找到商品並確認規格與價格。管理者需要核對期間營收、熱銷與即時庫存。右圖是有來源紀錄的零流量雲端預覽，屬於商品介面展示，不等於正式版已切換。</a:t>
            </a:r>
          </a:p>
          <a:p xmlns:a="http://schemas.openxmlformats.org/drawingml/2006/main"/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https://github.com/SamWang61/LLM_PJ/blob/7affe59b23582940a2b83085c023c4b3b8b7d1e9/README.md</a:t>
            </a:r>
          </a:p>
          <a:p xmlns:a="http://schemas.openxmlformats.org/drawingml/2006/main">
            <a:r>
              <a:t>https://github.com/SamWang61/LLM_PJ/blob/7affe59b23582940a2b83085c023c4b3b8b7d1e9/簡報文件/screenshots/S02-tablet-layout-20261018.md</a:t>
            </a:r>
          </a:p>
          <a:p xmlns:a="http://schemas.openxmlformats.org/drawingml/2006/main">
            <a:r>
              <a:t>截圖對應：S01／S02；圖為 10/18 零流量雲端預覽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70 秒。Flask 和 Jinja2 組成前後台，會員服務檢查角色與 CSRF，SKU 服務處理購物車及訂單，統計與 AI 讀取有界線的資料。AI 不直接持有任意資料庫執行權限。LangGraph 編排 BGE 與 Claude，正式模型旗標仍需以同版遠端驗收確認。圖中模組與連線可在 PowerPoint 編輯。</a:t>
            </a:r>
          </a:p>
          <a:p xmlns:a="http://schemas.openxmlformats.org/drawingml/2006/main"/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https://github.com/SamWang61/LLM_PJ/blob/7affe59b23582940a2b83085c023c4b3b8b7d1e9/docs/FLASK_SKU_AI_INTEGRATION.md</a:t>
            </a:r>
          </a:p>
          <a:p xmlns:a="http://schemas.openxmlformats.org/drawingml/2006/main">
            <a:r>
              <a:t>https://github.com/SamWang61/LLM_PJ/blob/7affe59b23582940a2b83085c023c4b3b8b7d1e9/deploy/README.md</a:t>
            </a:r>
          </a:p>
          <a:p xmlns:a="http://schemas.openxmlformats.org/drawingml/2006/main">
            <a:r>
              <a:t>https://github.com/SamWang61/LLM_PJ/blob/7affe59b23582940a2b83085c023c4b3b8b7d1e9/docs/SAM_PROGRESS_CHECKPOINT_2026-10-18.md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55 秒。336 商品和 SKU 是資料核對快照。3,000 訂單與 8,969 明細來自 D1～D3 合成批次，另有兩筆 demo，不把測試數字說成實際營業績效。D4 1,240 事件包含四事件各 310，全部有 synthetic 與 exclude_from_attribution 標記。</a:t>
            </a:r>
          </a:p>
          <a:p xmlns:a="http://schemas.openxmlformats.org/drawingml/2006/main"/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https://github.com/SamWang61/LLM_PJ/blob/7affe59b23582940a2b83085c023c4b3b8b7d1e9/docs/SAM_SCHEMA_AUDIT_2026-10-17.md</a:t>
            </a:r>
          </a:p>
          <a:p xmlns:a="http://schemas.openxmlformats.org/drawingml/2006/main">
            <a:r>
              <a:t>https://github.com/SamWang61/LLM_PJ/blob/7affe59b23582940a2b83085c023c4b3b8b7d1e9/docs/D4_IMPORT_ACCEPTANCE_2026-10-18.md</a:t>
            </a:r>
          </a:p>
          <a:p xmlns:a="http://schemas.openxmlformats.org/drawingml/2006/main">
            <a:r>
              <a:t>https://github.com/SamWang61/LLM_PJ/blob/7affe59b23582940a2b83085c023c4b3b8b7d1e9/docs/SAM_PROGRESS_CHECKPOINT_2026-10-18.md</a:t>
            </a:r>
          </a:p>
          <a:p xmlns:a="http://schemas.openxmlformats.org/drawingml/2006/main">
            <a:r>
              <a:t>截圖對應：S10 schema／關聯／示範標記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55 秒。以刷樂醫生牙刷為例，10/17 截圖中的價格 NT$79、庫存 95 與當時 Atlas 唯讀讀回一致。庫存是當時快照，並非本次重新即時查詢。搜尋同時要檢查有結果與無結果，分類與分頁則保持查詢條件。</a:t>
            </a:r>
          </a:p>
          <a:p xmlns:a="http://schemas.openxmlformats.org/drawingml/2006/main"/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https://github.com/SamWang61/LLM_PJ/blob/7affe59b23582940a2b83085c023c4b3b8b7d1e9/docs/SAM_LIVE_CATALOG_AUDIT_2026-10-17.md</a:t>
            </a:r>
          </a:p>
          <a:p xmlns:a="http://schemas.openxmlformats.org/drawingml/2006/main">
            <a:r>
              <a:t>https://github.com/SamWang61/LLM_PJ/blob/7affe59b23582940a2b83085c023c4b3b8b7d1e9/簡報文件/screenshots/S03-product-evidence.md</a:t>
            </a:r>
          </a:p>
          <a:p xmlns:a="http://schemas.openxmlformats.org/drawingml/2006/main">
            <a:r>
              <a:t>截圖對應：S02 搜尋與空結果；S03 商品／SKU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55 秒。左圖為正式網站匿名登入頁，沒有輸入帳密。此圖只呈現入口，登入成功、錯誤帳號、停用、跨裝置與撤權需要各自的 S04 證據。多裝置登入採可獨立撤銷的 session，不以互相踢出代表完成。</a:t>
            </a:r>
          </a:p>
          <a:p xmlns:a="http://schemas.openxmlformats.org/drawingml/2006/main"/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https://github.com/SamWang61/LLM_PJ/blob/7affe59b23582940a2b83085c023c4b3b8b7d1e9/docs/REN_AUTH_ORDER.md</a:t>
            </a:r>
          </a:p>
          <a:p xmlns:a="http://schemas.openxmlformats.org/drawingml/2006/main">
            <a:r>
              <a:t>https://github.com/SamWang61/LLM_PJ/blob/7affe59b23582940a2b83085c023c4b3b8b7d1e9/docs/SAM_RELEASE_2026-10-18.md</a:t>
            </a:r>
          </a:p>
          <a:p xmlns:a="http://schemas.openxmlformats.org/drawingml/2006/main">
            <a:r>
              <a:t>https://github.com/SamWang61/LLM_PJ/blob/7affe59b23582940a2b83085c023c4b3b8b7d1e9/docs/SAM_PROGRESS_CHECKPOINT_2026-10-18.md</a:t>
            </a:r>
          </a:p>
          <a:p xmlns:a="http://schemas.openxmlformats.org/drawingml/2006/main">
            <a:r>
              <a:t>截圖對應：S04 驗證待補；此圖來源為 S11 匿名登入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示範結帳不收款；本階段尚未串接真實金流。</a:t>
            </a:r>
          </a:p>
          <a:p xmlns:a="http://schemas.openxmlformats.org/drawingml/2006/main">
            <a:r>
              <a:t>來源：https://github.com/SamWang61/LLM_PJ/blob/72ae3c8e5f6f0b125fbee257b8a9a105667483a1/MuscleCore分析資料/website/README.md</a:t>
            </a:r>
          </a:p>
          <a:p xmlns:a="http://schemas.openxmlformats.org/drawingml/2006/main">
            <a:r>
              <a:t>V6 編輯依據：使用者 2026-10-22 指定。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AI 的任務是用 BGE 商品向量協助相似商品與個人推薦；規則退回須明標。模型是否啟用依當次環境設定與量測。</a:t>
            </a:r>
          </a:p>
          <a:p xmlns:a="http://schemas.openxmlformats.org/drawingml/2006/main">
            <a:r>
              <a:t>來源：https://github.com/SamWang61/LLM_PJ/blob/72ae3c8e5f6f0b125fbee257b8a9a105667483a1/docs/AI_DASHBOARD.md</a:t>
            </a:r>
          </a:p>
          <a:p xmlns:a="http://schemas.openxmlformats.org/drawingml/2006/main">
            <a:r>
              <a:t>https://github.com/SamWang61/LLM_PJ/blob/72ae3c8e5f6f0b125fbee257b8a9a105667483a1/VibeCart_AI/MongoDB/02_專案整合規格_v1.1_來源快照.md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此頁「已付款」是有效營收的指標狀態定義，不表示真實支付服務已串接或已有實際收款。示範／合成資料與正式營收須分開陳述。</a:t>
            </a:r>
          </a:p>
          <a:p xmlns:a="http://schemas.openxmlformats.org/drawingml/2006/main">
            <a:r>
              <a:t>來源：https://github.com/SamWang61/LLM_PJ/blob/72ae3c8e5f6f0b125fbee257b8a9a105667483a1/docs/AI_DASHBOARD.md</a:t>
            </a:r>
          </a:p>
          <a:p xmlns:a="http://schemas.openxmlformats.org/drawingml/2006/main">
            <a:r>
              <a:t>金流邊界：https://github.com/SamWang61/LLM_PJ/blob/72ae3c8e5f6f0b125fbee257b8a9a105667483a1/專題進度/專案未完成工作清單_2026-10-18.md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AI（BGE）處理商品相似度；雲端 AI（Claude）解讀白名單營運彙總。比較各自任務的品質與耗時，不把不同任務分數當成模型優劣。</a:t>
            </a:r>
          </a:p>
          <a:p xmlns:a="http://schemas.openxmlformats.org/drawingml/2006/main">
            <a:r>
              <a:t>來源：https://github.com/SamWang61/LLM_PJ/blob/72ae3c8e5f6f0b125fbee257b8a9a105667483a1/docs/AI_DASHBOARD.md</a:t>
            </a:r>
          </a:p>
          <a:p xmlns:a="http://schemas.openxmlformats.org/drawingml/2006/main">
            <a:r>
              <a:t>https://github.com/SamWang61/LLM_PJ/blob/72ae3c8e5f6f0b125fbee257b8a9a105667483a1/VibeCart_AI/MongoDB/02_專案整合規格_v1.1_來源快照.md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70 秒。186 passed／0 skipped 為 80513a9 同版本機隔離 MongoDB 測試。D4 1,240 筆 apply、verify 和重送完成，並有 synthetic 排除歸因標記。正式發布紀錄 00013-ds5 在 00:12 為 100% 流量，此次簡報編輯沒有重新讀管理端。右圖為 390×844 瀏覽器窄視窗，不當作手機實機驗收。S09 Actions、S11 管理端與 S12 完整裝置畫面仍需補最終版本。</a:t>
            </a:r>
          </a:p>
          <a:p xmlns:a="http://schemas.openxmlformats.org/drawingml/2006/main"/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https://github.com/SamWang61/LLM_PJ/blob/7affe59b23582940a2b83085c023c4b3b8b7d1e9/docs/SAM_RELEASE_2026-10-18.md</a:t>
            </a:r>
          </a:p>
          <a:p xmlns:a="http://schemas.openxmlformats.org/drawingml/2006/main">
            <a:r>
              <a:t>https://github.com/SamWang61/LLM_PJ/blob/7affe59b23582940a2b83085c023c4b3b8b7d1e9/docs/D4_IMPORT_ACCEPTANCE_2026-10-18.md</a:t>
            </a:r>
          </a:p>
          <a:p xmlns:a="http://schemas.openxmlformats.org/drawingml/2006/main">
            <a:r>
              <a:t>https://github.com/SamWang61/LLM_PJ/blob/7affe59b23582940a2b83085c023c4b3b8b7d1e9/簡報文件/screenshots/S02-catalog-evidence.md</a:t>
            </a:r>
          </a:p>
          <a:p xmlns:a="http://schemas.openxmlformats.org/drawingml/2006/main">
            <a:r>
              <a:t>截圖對應：S09 CI、S11 deployment、S12 mobile；右圖僅瀏覽器窄視窗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AI：商品文字向量、可售過濾、會員偏好與規則退回。此頁說明目的與流程；真 BGE 啟用／相關性結果依展示當次證據。</a:t>
            </a:r>
          </a:p>
          <a:p xmlns:a="http://schemas.openxmlformats.org/drawingml/2006/main">
            <a:r>
              <a:t>來源：https://github.com/SamWang61/LLM_PJ/blob/72ae3c8e5f6f0b125fbee257b8a9a105667483a1/MuscleCore分析資料/website/app/services/local_ai.py</a:t>
            </a:r>
          </a:p>
          <a:p xmlns:a="http://schemas.openxmlformats.org/drawingml/2006/main">
            <a:r>
              <a:t>https://github.com/SamWang61/LLM_PJ/blob/72ae3c8e5f6f0b125fbee257b8a9a105667483a1/docs/AI_DASHBOARD.md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雲端 AI：Claude 在白名單營運彙總範圍內產生摘要；需核對真實呼叫、數字、token、耗時與退回。此頁不宣稱所有環境均已啟用。</a:t>
            </a:r>
          </a:p>
          <a:p xmlns:a="http://schemas.openxmlformats.org/drawingml/2006/main">
            <a:r>
              <a:t>來源：https://github.com/SamWang61/LLM_PJ/blob/72ae3c8e5f6f0b125fbee257b8a9a105667483a1/MuscleCore分析資料/website/app/services/ai_workflows.py</a:t>
            </a:r>
          </a:p>
          <a:p xmlns:a="http://schemas.openxmlformats.org/drawingml/2006/main">
            <a:r>
              <a:t>https://github.com/SamWang61/LLM_PJ/blob/72ae3c8e5f6f0b125fbee257b8a9a105667483a1/docs/AI_DASHBOARD.md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V6 依使用者 2026-10-22 指定，將「本階段尚未做到」限於真實金流串接；這是展示功能範圍，不代表模型啟用、三人具名、真手機／異機／投影或 V5 14 項正式驗收全部完成。</a:t>
            </a:r>
          </a:p>
          <a:p xmlns:a="http://schemas.openxmlformats.org/drawingml/2006/main">
            <a:r>
              <a:t>現行狀態：https://github.com/SamWang61/LLM_PJ/blob/72ae3c8e5f6f0b125fbee257b8a9a105667483a1/docs/CURRENT_CONTEXT.md</a:t>
            </a:r>
          </a:p>
          <a:p xmlns:a="http://schemas.openxmlformats.org/drawingml/2006/main">
            <a:r>
              <a:t>金流邊界：https://github.com/SamWang61/LLM_PJ/blob/72ae3c8e5f6f0b125fbee257b8a9a105667483a1/專題進度/專案未完成工作清單_2026-10-18.md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8ad3d03ac3483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423c4330d7465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26e55e5a6f431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ada8042d4e4be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3bb06aadfa49f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1bebfdd3134c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C11B35-3579-4D84-8831-0A8EF6D51C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7C63702-B704-445A-9AF9-6E2E972B0FD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FE4FC9B-2DC0-486C-B35E-3F65B673B6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F07B80-4000-4605-98B0-AD441DBD86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BFAC3BF-23B9-42E3-8178-04C3BA2160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FEB61E0-FABD-42CF-8996-A6C51A5B21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F63CA4F-ACF2-41ED-9EF0-676D03BB6E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F40CE32-717D-46AD-9F76-1FD54196B16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E9B6C0-3D10-42BD-8B0A-0ED83678EE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FE41AFD-AC3D-4161-AB80-62EBDF650F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9f2dcae37d463d" /><Relationship Type="http://schemas.openxmlformats.org/officeDocument/2006/relationships/slideLayout" Target="/ppt/slideLayouts/slideLayout1.xml" Id="R2945dfde11c44f97" /><Relationship Type="http://schemas.openxmlformats.org/officeDocument/2006/relationships/slideLayout" Target="/ppt/slideLayouts/slideLayout2.xml" Id="Rf11bef246e1d4659" /><Relationship Type="http://schemas.openxmlformats.org/officeDocument/2006/relationships/slideLayout" Target="/ppt/slideLayouts/slideLayout3.xml" Id="R0bac89dbd7794de1" /><Relationship Type="http://schemas.openxmlformats.org/officeDocument/2006/relationships/slideLayout" Target="/ppt/slideLayouts/slideLayout4.xml" Id="Raa309e11929a4183" /><Relationship Type="http://schemas.openxmlformats.org/officeDocument/2006/relationships/slideLayout" Target="/ppt/slideLayouts/slideLayout5.xml" Id="R51edf8b3176d44b0" /><Relationship Type="http://schemas.openxmlformats.org/officeDocument/2006/relationships/slideLayout" Target="/ppt/slideLayouts/slideLayout6.xml" Id="R68c356b940ea4d9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45dfde11c44f97"/>
    <p:sldLayoutId xmlns:r="http://schemas.openxmlformats.org/officeDocument/2006/relationships" id="2147483650" r:id="Rf11bef246e1d4659"/>
    <p:sldLayoutId xmlns:r="http://schemas.openxmlformats.org/officeDocument/2006/relationships" id="2147483651" r:id="R0bac89dbd7794de1"/>
    <p:sldLayoutId xmlns:r="http://schemas.openxmlformats.org/officeDocument/2006/relationships" id="2147483652" r:id="Raa309e11929a4183"/>
    <p:sldLayoutId xmlns:r="http://schemas.openxmlformats.org/officeDocument/2006/relationships" id="2147483653" r:id="R51edf8b3176d44b0"/>
    <p:sldLayoutId xmlns:r="http://schemas.openxmlformats.org/officeDocument/2006/relationships" id="2147483654" r:id="R68c356b940ea4d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JhengHei"/>
        <a:ea typeface=""/>
        <a:cs typeface=""/>
      </a:majorFont>
      <a:minorFont>
        <a:latin typeface="Microsoft Jheng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24ff90a6704af5" /><Relationship Type="http://schemas.openxmlformats.org/officeDocument/2006/relationships/image" Target="/ppt/media/image.png" Id="R47ca4cbaefd647ae" /><Relationship Type="http://schemas.openxmlformats.org/officeDocument/2006/relationships/image" Target="/ppt/media/image2.png" Id="R21cca805e3204e07" /><Relationship Type="http://schemas.openxmlformats.org/officeDocument/2006/relationships/hyperlink" Target="mailto:jeff841117@gmail.com" TargetMode="External" Id="Rfa4786e18cd4416e" /><Relationship Type="http://schemas.openxmlformats.org/officeDocument/2006/relationships/hyperlink" Target="mailto:jeff841117@gmail.com" TargetMode="External" Id="Ra777c284dd4945f6" /><Relationship Type="http://schemas.openxmlformats.org/officeDocument/2006/relationships/hyperlink" Target="mailto:chen2000401@gmail.com" TargetMode="External" Id="R70537be2936e4542" /><Relationship Type="http://schemas.openxmlformats.org/officeDocument/2006/relationships/hyperlink" Target="mailto:chen2000401@gmail.com" TargetMode="External" Id="R50a6d0557e1048f1" /><Relationship Type="http://schemas.openxmlformats.org/officeDocument/2006/relationships/hyperlink" Target="mailto:cashsam@gmail.com" TargetMode="External" Id="Rc4818dbf7f534fb2" /><Relationship Type="http://schemas.openxmlformats.org/officeDocument/2006/relationships/hyperlink" Target="mailto:cashsam@gmail.com" TargetMode="External" Id="R8e25a98bf2554d3e" /><Relationship Type="http://schemas.openxmlformats.org/officeDocument/2006/relationships/hyperlink" Target="mailto:fcaibialvin@gmail.com" TargetMode="External" Id="R8401a4b822384f52" /><Relationship Type="http://schemas.openxmlformats.org/officeDocument/2006/relationships/notesSlide" Target="/ppt/notesSlides/notesSlide1.xml" Id="R38cdcd4ebfac44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5387a44276425a" /><Relationship Type="http://schemas.openxmlformats.org/officeDocument/2006/relationships/image" Target="/ppt/media/image3.png" Id="Rba53bc8b583841da" /><Relationship Type="http://schemas.openxmlformats.org/officeDocument/2006/relationships/notesSlide" Target="/ppt/notesSlides/notesSlide2.xml" Id="R84868abc4e4f43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f5633e75844ebf" /><Relationship Type="http://schemas.openxmlformats.org/officeDocument/2006/relationships/notesSlide" Target="/ppt/notesSlides/notesSlide3.xml" Id="Rb792897e505d4f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a9aa259a734223" /><Relationship Type="http://schemas.openxmlformats.org/officeDocument/2006/relationships/notesSlide" Target="/ppt/notesSlides/notesSlide4.xml" Id="Rf8b81571cde64f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d89fc5616242a8" /><Relationship Type="http://schemas.openxmlformats.org/officeDocument/2006/relationships/image" Target="/ppt/media/image4.png" Id="R7a31dc60faae41ed" /><Relationship Type="http://schemas.openxmlformats.org/officeDocument/2006/relationships/notesSlide" Target="/ppt/notesSlides/notesSlide5.xml" Id="R39382af7a3df42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000dd54cf64244" /><Relationship Type="http://schemas.openxmlformats.org/officeDocument/2006/relationships/image" Target="/ppt/media/image.jpeg" Id="R57f1c41bfa7a4774" /><Relationship Type="http://schemas.openxmlformats.org/officeDocument/2006/relationships/notesSlide" Target="/ppt/notesSlides/notesSlide6.xml" Id="R512fcdb441b84b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275755f38b42ca" /><Relationship Type="http://schemas.openxmlformats.org/officeDocument/2006/relationships/notesSlide" Target="/ppt/notesSlides/notesSlide7.xml" Id="Ra731f037f82d48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29c6481603411e" /><Relationship Type="http://schemas.openxmlformats.org/officeDocument/2006/relationships/notesSlide" Target="/ppt/notesSlides/notesSlide8.xml" Id="Ref14c83d033d43b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e0453a95564b52" /><Relationship Type="http://schemas.openxmlformats.org/officeDocument/2006/relationships/notesSlide" Target="/ppt/notesSlides/notesSlide9.xml" Id="Rca908077f9b4402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f967c5dfd449f0" /><Relationship Type="http://schemas.openxmlformats.org/officeDocument/2006/relationships/notesSlide" Target="/ppt/notesSlides/notesSlide10.xml" Id="R3f1ef311b4e3489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2bfdd49ec44f08" /><Relationship Type="http://schemas.openxmlformats.org/officeDocument/2006/relationships/image" Target="/ppt/media/image2.jpeg" Id="Rc9242979fe3b4968" /><Relationship Type="http://schemas.openxmlformats.org/officeDocument/2006/relationships/notesSlide" Target="/ppt/notesSlides/notesSlide11.xml" Id="R30dde70d7856472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3e963365344130" /><Relationship Type="http://schemas.openxmlformats.org/officeDocument/2006/relationships/notesSlide" Target="/ppt/notesSlides/notesSlide12.xml" Id="Rc75a31a6cd4a4d0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0217a184e5490c" /><Relationship Type="http://schemas.openxmlformats.org/officeDocument/2006/relationships/notesSlide" Target="/ppt/notesSlides/notesSlide13.xml" Id="Rf4e8f6787b4a4a8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1cda68f8bc4b47" /><Relationship Type="http://schemas.openxmlformats.org/officeDocument/2006/relationships/image" Target="/ppt/media/image3.jpeg" Id="R26277c508f9f468d" /><Relationship Type="http://schemas.openxmlformats.org/officeDocument/2006/relationships/hyperlink" Target="mailto:cashsam@gmail.com" TargetMode="External" Id="Rc34602958a954b77" /><Relationship Type="http://schemas.openxmlformats.org/officeDocument/2006/relationships/hyperlink" Target="mailto:cashsam@gmail.com" TargetMode="External" Id="R689bb3c7641d4383" /><Relationship Type="http://schemas.openxmlformats.org/officeDocument/2006/relationships/hyperlink" Target="mailto:chen2000401@gmail.com" TargetMode="External" Id="R21e29ea4c57845e9" /><Relationship Type="http://schemas.openxmlformats.org/officeDocument/2006/relationships/hyperlink" Target="mailto:chen2000401@gmail.com" TargetMode="External" Id="R9ca7858b404841ea" /><Relationship Type="http://schemas.openxmlformats.org/officeDocument/2006/relationships/hyperlink" Target="mailto:jeff841117@gmail.com" TargetMode="External" Id="Rd85a0f1fd05745a9" /><Relationship Type="http://schemas.openxmlformats.org/officeDocument/2006/relationships/hyperlink" Target="mailto:jeff841117@gmail.com" TargetMode="External" Id="Rf37ad4bc2d07434d" /><Relationship Type="http://schemas.openxmlformats.org/officeDocument/2006/relationships/hyperlink" Target="mailto:fcaibialvin@gmail.com" TargetMode="External" Id="R96af9d706c5d4a58" /><Relationship Type="http://schemas.openxmlformats.org/officeDocument/2006/relationships/notesSlide" Target="/ppt/notesSlides/notesSlide14.xml" Id="Rb8cb28176eec47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圖片 14">
            <a:extLst xmlns:a="http://schemas.openxmlformats.org/drawingml/2006/main">
              <a:ext uri="{FF2B5EF4-FFF2-40B4-BE49-F238E27FC236}">
                <a16:creationId xmlns:a16="http://schemas.microsoft.com/office/drawing/2014/main" id="{9CCC9E53-56BC-48BB-A58E-F6985914C7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ca4cbaefd647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2554" y="342900"/>
            <a:ext cx="6566642" cy="3695700"/>
          </a:xfrm>
          <a:prstGeom xmlns:a="http://schemas.openxmlformats.org/drawingml/2006/main" prst="rect">
            <a:avLst/>
          </a:prstGeom>
        </p:spPr>
      </p:pic>
      <p:pic>
        <p:nvPicPr>
          <p:cNvPr id="2" name="圖片 1">
            <a:extLst xmlns:a="http://schemas.openxmlformats.org/drawingml/2006/main">
              <a:ext uri="{FF2B5EF4-FFF2-40B4-BE49-F238E27FC236}">
                <a16:creationId xmlns:a16="http://schemas.microsoft.com/office/drawing/2014/main" id="{F633F59C-928E-4A8F-89FC-1A42C459BC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cca805e3204e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92035" y="4149388"/>
            <a:ext cx="4333875" cy="2437805"/>
          </a:xfrm>
          <a:prstGeom xmlns:a="http://schemas.openxmlformats.org/drawingml/2006/main" prst="rect">
            <a:avLst/>
          </a:prstGeom>
        </p:spPr>
      </p:pic>
      <p:sp>
        <p:nvSpPr>
          <p:cNvPr id="3" name="VibeCart AI">
            <a:extLst xmlns:a="http://schemas.openxmlformats.org/drawingml/2006/main">
              <a:ext uri="{FF2B5EF4-FFF2-40B4-BE49-F238E27FC236}">
                <a16:creationId xmlns:a16="http://schemas.microsoft.com/office/drawing/2014/main" id="{9CD514E8-93F9-43E8-B120-3C3B4AD8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657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5550" b="1">
                <a:solidFill>
                  <a:srgbClr val="14634B"/>
                </a:solidFill>
              </a:defRPr>
            </a:defPPr>
            <a:lvl1pPr algn="l">
              <a:buNone/>
              <a:defRPr sz="5550" b="1">
                <a:solidFill>
                  <a:srgbClr val="14634B"/>
                </a:solidFill>
              </a:defRPr>
            </a:lvl1pPr>
            <a:lvl2pPr algn="l">
              <a:buNone/>
              <a:defRPr sz="5550" b="1">
                <a:solidFill>
                  <a:srgbClr val="14634B"/>
                </a:solidFill>
              </a:defRPr>
            </a:lvl2pPr>
            <a:lvl3pPr algn="l">
              <a:buNone/>
              <a:defRPr sz="5550" b="1">
                <a:solidFill>
                  <a:srgbClr val="14634B"/>
                </a:solidFill>
              </a:defRPr>
            </a:lvl3pPr>
            <a:lvl4pPr algn="l">
              <a:buNone/>
              <a:defRPr sz="5550" b="1">
                <a:solidFill>
                  <a:srgbClr val="14634B"/>
                </a:solidFill>
              </a:defRPr>
            </a:lvl4pPr>
            <a:lvl5pPr algn="l">
              <a:buNone/>
              <a:defRPr sz="5550" b="1">
                <a:solidFill>
                  <a:srgbClr val="14634B"/>
                </a:solidFill>
              </a:defRPr>
            </a:lvl5pPr>
            <a:lvl6pPr algn="l">
              <a:buNone/>
              <a:defRPr sz="5550" b="1">
                <a:solidFill>
                  <a:srgbClr val="14634B"/>
                </a:solidFill>
              </a:defRPr>
            </a:lvl6pPr>
            <a:lvl7pPr algn="l">
              <a:buNone/>
              <a:defRPr sz="5550" b="1">
                <a:solidFill>
                  <a:srgbClr val="14634B"/>
                </a:solidFill>
              </a:defRPr>
            </a:lvl7pPr>
            <a:lvl8pPr algn="l">
              <a:buNone/>
              <a:defRPr sz="5550" b="1">
                <a:solidFill>
                  <a:srgbClr val="14634B"/>
                </a:solidFill>
              </a:defRPr>
            </a:lvl8pPr>
            <a:lvl9pPr algn="l">
              <a:buNone/>
              <a:defRPr sz="55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5550" b="1">
                <a:solidFill>
                  <a:srgbClr val="14634B"/>
                </a:solidFill>
              </a:defRPr>
            </a:pPr>
            <a:r>
              <a:rPr sz="5550" b="1">
                <a:solidFill>
                  <a:srgbClr val="14634B"/>
                </a:solidFill>
              </a:rPr>
              <a:t>VibeCart AI</a:t>
            </a:r>
            <a:endParaRPr sz="5550" b="1">
              <a:solidFill>
                <a:srgbClr val="14634B"/>
              </a:solidFill>
            </a:endParaRPr>
          </a:p>
        </p:txBody>
      </p:sp>
      <p:sp>
        <p:nvSpPr>
          <p:cNvPr id="4" name="智慧購物與營運分析">
            <a:extLst xmlns:a="http://schemas.openxmlformats.org/drawingml/2006/main">
              <a:ext uri="{FF2B5EF4-FFF2-40B4-BE49-F238E27FC236}">
                <a16:creationId xmlns:a16="http://schemas.microsoft.com/office/drawing/2014/main" id="{5EF7A8BC-189B-4544-84AA-469C7620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28825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1">
                <a:solidFill>
                  <a:srgbClr val="122D3A"/>
                </a:solidFill>
              </a:defRPr>
            </a:defPPr>
            <a:lvl1pPr algn="l">
              <a:buNone/>
              <a:defRPr sz="3225" b="1">
                <a:solidFill>
                  <a:srgbClr val="122D3A"/>
                </a:solidFill>
              </a:defRPr>
            </a:lvl1pPr>
            <a:lvl2pPr algn="l">
              <a:buNone/>
              <a:defRPr sz="3225" b="1">
                <a:solidFill>
                  <a:srgbClr val="122D3A"/>
                </a:solidFill>
              </a:defRPr>
            </a:lvl2pPr>
            <a:lvl3pPr algn="l">
              <a:buNone/>
              <a:defRPr sz="3225" b="1">
                <a:solidFill>
                  <a:srgbClr val="122D3A"/>
                </a:solidFill>
              </a:defRPr>
            </a:lvl3pPr>
            <a:lvl4pPr algn="l">
              <a:buNone/>
              <a:defRPr sz="3225" b="1">
                <a:solidFill>
                  <a:srgbClr val="122D3A"/>
                </a:solidFill>
              </a:defRPr>
            </a:lvl4pPr>
            <a:lvl5pPr algn="l">
              <a:buNone/>
              <a:defRPr sz="3225" b="1">
                <a:solidFill>
                  <a:srgbClr val="122D3A"/>
                </a:solidFill>
              </a:defRPr>
            </a:lvl5pPr>
            <a:lvl6pPr algn="l">
              <a:buNone/>
              <a:defRPr sz="3225" b="1">
                <a:solidFill>
                  <a:srgbClr val="122D3A"/>
                </a:solidFill>
              </a:defRPr>
            </a:lvl6pPr>
            <a:lvl7pPr algn="l">
              <a:buNone/>
              <a:defRPr sz="3225" b="1">
                <a:solidFill>
                  <a:srgbClr val="122D3A"/>
                </a:solidFill>
              </a:defRPr>
            </a:lvl7pPr>
            <a:lvl8pPr algn="l">
              <a:buNone/>
              <a:defRPr sz="3225" b="1">
                <a:solidFill>
                  <a:srgbClr val="122D3A"/>
                </a:solidFill>
              </a:defRPr>
            </a:lvl8pPr>
            <a:lvl9pPr algn="l">
              <a:buNone/>
              <a:defRPr sz="3225" b="1">
                <a:solidFill>
                  <a:srgbClr val="122D3A"/>
                </a:solidFill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22D3A"/>
                </a:solidFill>
              </a:defRPr>
            </a:pPr>
            <a:r>
              <a:rPr sz="3225" b="1">
                <a:solidFill>
                  <a:srgbClr val="122D3A"/>
                </a:solidFill>
              </a:rPr>
              <a:t>智慧購物與營運分析</a:t>
            </a:r>
            <a:endParaRPr sz="3225" b="1">
              <a:solidFill>
                <a:srgbClr val="122D3A"/>
              </a:solidFill>
            </a:endParaRPr>
          </a:p>
        </p:txBody>
      </p:sp>
      <p:sp>
        <p:nvSpPr>
          <p:cNvPr id="5" name="超市網購 × AI 推薦 × 資料驗證">
            <a:extLst xmlns:a="http://schemas.openxmlformats.org/drawingml/2006/main">
              <a:ext uri="{FF2B5EF4-FFF2-40B4-BE49-F238E27FC236}">
                <a16:creationId xmlns:a16="http://schemas.microsoft.com/office/drawing/2014/main" id="{34E4044B-C6EB-4360-B95A-9EE9FA0B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90850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536760"/>
                </a:solidFill>
              </a:defRPr>
            </a:defPPr>
            <a:lvl1pPr algn="l">
              <a:buNone/>
              <a:defRPr sz="1950" b="0">
                <a:solidFill>
                  <a:srgbClr val="536760"/>
                </a:solidFill>
              </a:defRPr>
            </a:lvl1pPr>
            <a:lvl2pPr algn="l">
              <a:buNone/>
              <a:defRPr sz="1950" b="0">
                <a:solidFill>
                  <a:srgbClr val="536760"/>
                </a:solidFill>
              </a:defRPr>
            </a:lvl2pPr>
            <a:lvl3pPr algn="l">
              <a:buNone/>
              <a:defRPr sz="1950" b="0">
                <a:solidFill>
                  <a:srgbClr val="536760"/>
                </a:solidFill>
              </a:defRPr>
            </a:lvl3pPr>
            <a:lvl4pPr algn="l">
              <a:buNone/>
              <a:defRPr sz="1950" b="0">
                <a:solidFill>
                  <a:srgbClr val="536760"/>
                </a:solidFill>
              </a:defRPr>
            </a:lvl4pPr>
            <a:lvl5pPr algn="l">
              <a:buNone/>
              <a:defRPr sz="1950" b="0">
                <a:solidFill>
                  <a:srgbClr val="536760"/>
                </a:solidFill>
              </a:defRPr>
            </a:lvl5pPr>
            <a:lvl6pPr algn="l">
              <a:buNone/>
              <a:defRPr sz="1950" b="0">
                <a:solidFill>
                  <a:srgbClr val="536760"/>
                </a:solidFill>
              </a:defRPr>
            </a:lvl6pPr>
            <a:lvl7pPr algn="l">
              <a:buNone/>
              <a:defRPr sz="1950" b="0">
                <a:solidFill>
                  <a:srgbClr val="536760"/>
                </a:solidFill>
              </a:defRPr>
            </a:lvl7pPr>
            <a:lvl8pPr algn="l">
              <a:buNone/>
              <a:defRPr sz="1950" b="0">
                <a:solidFill>
                  <a:srgbClr val="536760"/>
                </a:solidFill>
              </a:defRPr>
            </a:lvl8pPr>
            <a:lvl9pPr algn="l">
              <a:buNone/>
              <a:defRPr sz="195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536760"/>
                </a:solidFill>
              </a:defRPr>
            </a:pPr>
            <a:r>
              <a:rPr sz="1950" b="0">
                <a:solidFill>
                  <a:srgbClr val="536760"/>
                </a:solidFill>
              </a:rPr>
              <a:t>超市網購 × AI 推薦 × 資料驗證</a:t>
            </a:r>
            <a:endParaRPr sz="1950" b="0">
              <a:solidFill>
                <a:srgbClr val="536760"/>
              </a:solidFill>
            </a:endParaRPr>
          </a:p>
        </p:txBody>
      </p:sp>
      <p:sp>
        <p:nvSpPr>
          <p:cNvPr id="6" name="聯成資訊 LLM-2601 第六組">
            <a:extLst xmlns:a="http://schemas.openxmlformats.org/drawingml/2006/main">
              <a:ext uri="{FF2B5EF4-FFF2-40B4-BE49-F238E27FC236}">
                <a16:creationId xmlns:a16="http://schemas.microsoft.com/office/drawing/2014/main" id="{2D8BA046-738F-4F72-863D-C9FFD715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14725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14634B"/>
                </a:solidFill>
              </a:defRPr>
            </a:defPPr>
            <a:lvl1pPr algn="l">
              <a:buNone/>
              <a:defRPr sz="1875" b="1">
                <a:solidFill>
                  <a:srgbClr val="14634B"/>
                </a:solidFill>
              </a:defRPr>
            </a:lvl1pPr>
            <a:lvl2pPr algn="l">
              <a:buNone/>
              <a:defRPr sz="1875" b="1">
                <a:solidFill>
                  <a:srgbClr val="14634B"/>
                </a:solidFill>
              </a:defRPr>
            </a:lvl2pPr>
            <a:lvl3pPr algn="l">
              <a:buNone/>
              <a:defRPr sz="1875" b="1">
                <a:solidFill>
                  <a:srgbClr val="14634B"/>
                </a:solidFill>
              </a:defRPr>
            </a:lvl3pPr>
            <a:lvl4pPr algn="l">
              <a:buNone/>
              <a:defRPr sz="1875" b="1">
                <a:solidFill>
                  <a:srgbClr val="14634B"/>
                </a:solidFill>
              </a:defRPr>
            </a:lvl4pPr>
            <a:lvl5pPr algn="l">
              <a:buNone/>
              <a:defRPr sz="1875" b="1">
                <a:solidFill>
                  <a:srgbClr val="14634B"/>
                </a:solidFill>
              </a:defRPr>
            </a:lvl5pPr>
            <a:lvl6pPr algn="l">
              <a:buNone/>
              <a:defRPr sz="1875" b="1">
                <a:solidFill>
                  <a:srgbClr val="14634B"/>
                </a:solidFill>
              </a:defRPr>
            </a:lvl6pPr>
            <a:lvl7pPr algn="l">
              <a:buNone/>
              <a:defRPr sz="1875" b="1">
                <a:solidFill>
                  <a:srgbClr val="14634B"/>
                </a:solidFill>
              </a:defRPr>
            </a:lvl7pPr>
            <a:lvl8pPr algn="l">
              <a:buNone/>
              <a:defRPr sz="1875" b="1">
                <a:solidFill>
                  <a:srgbClr val="14634B"/>
                </a:solidFill>
              </a:defRPr>
            </a:lvl8pPr>
            <a:lvl9pPr algn="l">
              <a:buNone/>
              <a:defRPr sz="1875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4634B"/>
                </a:solidFill>
              </a:defRPr>
            </a:pPr>
            <a:r>
              <a:rPr sz="1875" b="1">
                <a:solidFill>
                  <a:srgbClr val="14634B"/>
                </a:solidFill>
              </a:rPr>
              <a:t>聯成資訊 LLM-2601 第六組</a:t>
            </a:r>
            <a:endParaRPr sz="1875" b="1">
              <a:solidFill>
                <a:srgbClr val="14634B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1B215C6-97FB-4ACF-9D42-2625DE18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04812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14634B"/>
                </a:solidFill>
              </a:defRPr>
            </a:defPPr>
            <a:lvl1pPr algn="l">
              <a:buNone/>
              <a:defRPr sz="1800" b="0">
                <a:solidFill>
                  <a:srgbClr val="14634B"/>
                </a:solidFill>
              </a:defRPr>
            </a:lvl1pPr>
            <a:lvl2pPr algn="l">
              <a:buNone/>
              <a:defRPr sz="1800" b="0">
                <a:solidFill>
                  <a:srgbClr val="14634B"/>
                </a:solidFill>
              </a:defRPr>
            </a:lvl2pPr>
            <a:lvl3pPr algn="l">
              <a:buNone/>
              <a:defRPr sz="1800" b="0">
                <a:solidFill>
                  <a:srgbClr val="14634B"/>
                </a:solidFill>
              </a:defRPr>
            </a:lvl3pPr>
            <a:lvl4pPr algn="l">
              <a:buNone/>
              <a:defRPr sz="1800" b="0">
                <a:solidFill>
                  <a:srgbClr val="14634B"/>
                </a:solidFill>
              </a:defRPr>
            </a:lvl4pPr>
            <a:lvl5pPr algn="l">
              <a:buNone/>
              <a:defRPr sz="1800" b="0">
                <a:solidFill>
                  <a:srgbClr val="14634B"/>
                </a:solidFill>
              </a:defRPr>
            </a:lvl5pPr>
            <a:lvl6pPr algn="l">
              <a:buNone/>
              <a:defRPr sz="1800" b="0">
                <a:solidFill>
                  <a:srgbClr val="14634B"/>
                </a:solidFill>
              </a:defRPr>
            </a:lvl6pPr>
            <a:lvl7pPr algn="l">
              <a:buNone/>
              <a:defRPr sz="1800" b="0">
                <a:solidFill>
                  <a:srgbClr val="14634B"/>
                </a:solidFill>
              </a:defRPr>
            </a:lvl7pPr>
            <a:lvl8pPr algn="l">
              <a:buNone/>
              <a:defRPr sz="1800" b="0">
                <a:solidFill>
                  <a:srgbClr val="14634B"/>
                </a:solidFill>
              </a:defRPr>
            </a:lvl8pPr>
            <a:lvl9pPr algn="l">
              <a:buNone/>
              <a:defRPr sz="1800" b="0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14634B"/>
                </a:solidFill>
              </a:defRPr>
            </a:pPr>
            <a:r>
              <a:rPr sz="1800">
                <a:solidFill>
                  <a:srgbClr val="14634B"/>
                </a:solidFill>
                <a:latin typeface="微軟正黑體"/>
                <a:ea typeface="微軟正黑體"/>
                <a:cs typeface="微軟正黑體"/>
                <a:hlinkClick xmlns:r="http://schemas.openxmlformats.org/officeDocument/2006/relationships" r:id="Rfa4786e18cd4416e"/>
              </a:rPr>
              <a:t>106104063　黃健維 JEFF</a:t>
            </a:r>
            <a:endParaRPr sz="1800">
              <a:solidFill>
                <a:srgbClr val="14634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EFABCBD-F154-441E-A1E8-6661568F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352925"/>
            <a:ext cx="619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536760"/>
                </a:solidFill>
              </a:defRPr>
            </a:defPPr>
            <a:lvl1pPr algn="l">
              <a:buNone/>
              <a:defRPr sz="1500" b="0">
                <a:solidFill>
                  <a:srgbClr val="536760"/>
                </a:solidFill>
              </a:defRPr>
            </a:lvl1pPr>
            <a:lvl2pPr algn="l">
              <a:buNone/>
              <a:defRPr sz="1500" b="0">
                <a:solidFill>
                  <a:srgbClr val="536760"/>
                </a:solidFill>
              </a:defRPr>
            </a:lvl2pPr>
            <a:lvl3pPr algn="l">
              <a:buNone/>
              <a:defRPr sz="1500" b="0">
                <a:solidFill>
                  <a:srgbClr val="536760"/>
                </a:solidFill>
              </a:defRPr>
            </a:lvl3pPr>
            <a:lvl4pPr algn="l">
              <a:buNone/>
              <a:defRPr sz="1500" b="0">
                <a:solidFill>
                  <a:srgbClr val="536760"/>
                </a:solidFill>
              </a:defRPr>
            </a:lvl4pPr>
            <a:lvl5pPr algn="l">
              <a:buNone/>
              <a:defRPr sz="1500" b="0">
                <a:solidFill>
                  <a:srgbClr val="536760"/>
                </a:solidFill>
              </a:defRPr>
            </a:lvl5pPr>
            <a:lvl6pPr algn="l">
              <a:buNone/>
              <a:defRPr sz="1500" b="0">
                <a:solidFill>
                  <a:srgbClr val="536760"/>
                </a:solidFill>
              </a:defRPr>
            </a:lvl6pPr>
            <a:lvl7pPr algn="l">
              <a:buNone/>
              <a:defRPr sz="1500" b="0">
                <a:solidFill>
                  <a:srgbClr val="536760"/>
                </a:solidFill>
              </a:defRPr>
            </a:lvl7pPr>
            <a:lvl8pPr algn="l">
              <a:buNone/>
              <a:defRPr sz="1500" b="0">
                <a:solidFill>
                  <a:srgbClr val="536760"/>
                </a:solidFill>
              </a:defRPr>
            </a:lvl8pPr>
            <a:lvl9pPr algn="l">
              <a:buNone/>
              <a:defRPr sz="15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36760"/>
                </a:solidFill>
              </a:defRPr>
            </a:pPr>
            <a:r>
              <a:rPr sz="1500">
                <a:solidFill>
                  <a:srgbClr val="536760"/>
                </a:solidFill>
                <a:latin typeface="微軟正黑體"/>
                <a:ea typeface="微軟正黑體"/>
                <a:cs typeface="微軟正黑體"/>
                <a:hlinkClick xmlns:r="http://schemas.openxmlformats.org/officeDocument/2006/relationships" r:id="Ra777c284dd4945f6"/>
              </a:rPr>
              <a:t>jeff841117@gmail.com</a:t>
            </a:r>
            <a:endParaRPr sz="1500">
              <a:solidFill>
                <a:srgbClr val="53676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9351211-F0FF-4805-856F-457574A9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65772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14634B"/>
                </a:solidFill>
              </a:defRPr>
            </a:defPPr>
            <a:lvl1pPr algn="l">
              <a:buNone/>
              <a:defRPr sz="1800" b="0">
                <a:solidFill>
                  <a:srgbClr val="14634B"/>
                </a:solidFill>
              </a:defRPr>
            </a:lvl1pPr>
            <a:lvl2pPr algn="l">
              <a:buNone/>
              <a:defRPr sz="1800" b="0">
                <a:solidFill>
                  <a:srgbClr val="14634B"/>
                </a:solidFill>
              </a:defRPr>
            </a:lvl2pPr>
            <a:lvl3pPr algn="l">
              <a:buNone/>
              <a:defRPr sz="1800" b="0">
                <a:solidFill>
                  <a:srgbClr val="14634B"/>
                </a:solidFill>
              </a:defRPr>
            </a:lvl3pPr>
            <a:lvl4pPr algn="l">
              <a:buNone/>
              <a:defRPr sz="1800" b="0">
                <a:solidFill>
                  <a:srgbClr val="14634B"/>
                </a:solidFill>
              </a:defRPr>
            </a:lvl4pPr>
            <a:lvl5pPr algn="l">
              <a:buNone/>
              <a:defRPr sz="1800" b="0">
                <a:solidFill>
                  <a:srgbClr val="14634B"/>
                </a:solidFill>
              </a:defRPr>
            </a:lvl5pPr>
            <a:lvl6pPr algn="l">
              <a:buNone/>
              <a:defRPr sz="1800" b="0">
                <a:solidFill>
                  <a:srgbClr val="14634B"/>
                </a:solidFill>
              </a:defRPr>
            </a:lvl6pPr>
            <a:lvl7pPr algn="l">
              <a:buNone/>
              <a:defRPr sz="1800" b="0">
                <a:solidFill>
                  <a:srgbClr val="14634B"/>
                </a:solidFill>
              </a:defRPr>
            </a:lvl7pPr>
            <a:lvl8pPr algn="l">
              <a:buNone/>
              <a:defRPr sz="1800" b="0">
                <a:solidFill>
                  <a:srgbClr val="14634B"/>
                </a:solidFill>
              </a:defRPr>
            </a:lvl8pPr>
            <a:lvl9pPr algn="l">
              <a:buNone/>
              <a:defRPr sz="1800" b="0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14634B"/>
                </a:solidFill>
              </a:defRPr>
            </a:pPr>
            <a:r>
              <a:rPr sz="1800">
                <a:solidFill>
                  <a:srgbClr val="14634B"/>
                </a:solidFill>
                <a:latin typeface="微軟正黑體"/>
                <a:ea typeface="微軟正黑體"/>
                <a:cs typeface="微軟正黑體"/>
                <a:hlinkClick xmlns:r="http://schemas.openxmlformats.org/officeDocument/2006/relationships" r:id="R70537be2936e4542"/>
              </a:rPr>
              <a:t>105910496　陳仁千 REN</a:t>
            </a:r>
            <a:endParaRPr sz="1800">
              <a:solidFill>
                <a:srgbClr val="14634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D959170-0242-4476-8EC7-277009C2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962525"/>
            <a:ext cx="619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536760"/>
                </a:solidFill>
              </a:defRPr>
            </a:defPPr>
            <a:lvl1pPr algn="l">
              <a:buNone/>
              <a:defRPr sz="1500" b="0">
                <a:solidFill>
                  <a:srgbClr val="536760"/>
                </a:solidFill>
              </a:defRPr>
            </a:lvl1pPr>
            <a:lvl2pPr algn="l">
              <a:buNone/>
              <a:defRPr sz="1500" b="0">
                <a:solidFill>
                  <a:srgbClr val="536760"/>
                </a:solidFill>
              </a:defRPr>
            </a:lvl2pPr>
            <a:lvl3pPr algn="l">
              <a:buNone/>
              <a:defRPr sz="1500" b="0">
                <a:solidFill>
                  <a:srgbClr val="536760"/>
                </a:solidFill>
              </a:defRPr>
            </a:lvl3pPr>
            <a:lvl4pPr algn="l">
              <a:buNone/>
              <a:defRPr sz="1500" b="0">
                <a:solidFill>
                  <a:srgbClr val="536760"/>
                </a:solidFill>
              </a:defRPr>
            </a:lvl4pPr>
            <a:lvl5pPr algn="l">
              <a:buNone/>
              <a:defRPr sz="1500" b="0">
                <a:solidFill>
                  <a:srgbClr val="536760"/>
                </a:solidFill>
              </a:defRPr>
            </a:lvl5pPr>
            <a:lvl6pPr algn="l">
              <a:buNone/>
              <a:defRPr sz="1500" b="0">
                <a:solidFill>
                  <a:srgbClr val="536760"/>
                </a:solidFill>
              </a:defRPr>
            </a:lvl6pPr>
            <a:lvl7pPr algn="l">
              <a:buNone/>
              <a:defRPr sz="1500" b="0">
                <a:solidFill>
                  <a:srgbClr val="536760"/>
                </a:solidFill>
              </a:defRPr>
            </a:lvl7pPr>
            <a:lvl8pPr algn="l">
              <a:buNone/>
              <a:defRPr sz="1500" b="0">
                <a:solidFill>
                  <a:srgbClr val="536760"/>
                </a:solidFill>
              </a:defRPr>
            </a:lvl8pPr>
            <a:lvl9pPr algn="l">
              <a:buNone/>
              <a:defRPr sz="15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36760"/>
                </a:solidFill>
              </a:defRPr>
            </a:pPr>
            <a:r>
              <a:rPr sz="1500">
                <a:solidFill>
                  <a:srgbClr val="536760"/>
                </a:solidFill>
                <a:latin typeface="微軟正黑體"/>
                <a:ea typeface="微軟正黑體"/>
                <a:cs typeface="微軟正黑體"/>
                <a:hlinkClick xmlns:r="http://schemas.openxmlformats.org/officeDocument/2006/relationships" r:id="R50a6d0557e1048f1"/>
              </a:rPr>
              <a:t>chen2000401@gmail.com</a:t>
            </a:r>
            <a:endParaRPr sz="1500">
              <a:solidFill>
                <a:srgbClr val="53676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658AC90-D6F7-474E-B735-BE911741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26732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14634B"/>
                </a:solidFill>
              </a:defRPr>
            </a:defPPr>
            <a:lvl1pPr algn="l">
              <a:buNone/>
              <a:defRPr sz="1800" b="0">
                <a:solidFill>
                  <a:srgbClr val="14634B"/>
                </a:solidFill>
              </a:defRPr>
            </a:lvl1pPr>
            <a:lvl2pPr algn="l">
              <a:buNone/>
              <a:defRPr sz="1800" b="0">
                <a:solidFill>
                  <a:srgbClr val="14634B"/>
                </a:solidFill>
              </a:defRPr>
            </a:lvl2pPr>
            <a:lvl3pPr algn="l">
              <a:buNone/>
              <a:defRPr sz="1800" b="0">
                <a:solidFill>
                  <a:srgbClr val="14634B"/>
                </a:solidFill>
              </a:defRPr>
            </a:lvl3pPr>
            <a:lvl4pPr algn="l">
              <a:buNone/>
              <a:defRPr sz="1800" b="0">
                <a:solidFill>
                  <a:srgbClr val="14634B"/>
                </a:solidFill>
              </a:defRPr>
            </a:lvl4pPr>
            <a:lvl5pPr algn="l">
              <a:buNone/>
              <a:defRPr sz="1800" b="0">
                <a:solidFill>
                  <a:srgbClr val="14634B"/>
                </a:solidFill>
              </a:defRPr>
            </a:lvl5pPr>
            <a:lvl6pPr algn="l">
              <a:buNone/>
              <a:defRPr sz="1800" b="0">
                <a:solidFill>
                  <a:srgbClr val="14634B"/>
                </a:solidFill>
              </a:defRPr>
            </a:lvl6pPr>
            <a:lvl7pPr algn="l">
              <a:buNone/>
              <a:defRPr sz="1800" b="0">
                <a:solidFill>
                  <a:srgbClr val="14634B"/>
                </a:solidFill>
              </a:defRPr>
            </a:lvl7pPr>
            <a:lvl8pPr algn="l">
              <a:buNone/>
              <a:defRPr sz="1800" b="0">
                <a:solidFill>
                  <a:srgbClr val="14634B"/>
                </a:solidFill>
              </a:defRPr>
            </a:lvl8pPr>
            <a:lvl9pPr algn="l">
              <a:buNone/>
              <a:defRPr sz="1800" b="0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14634B"/>
                </a:solidFill>
              </a:defRPr>
            </a:pPr>
            <a:r>
              <a:rPr sz="1800">
                <a:solidFill>
                  <a:srgbClr val="14634B"/>
                </a:solidFill>
                <a:latin typeface="微軟正黑體"/>
                <a:ea typeface="微軟正黑體"/>
                <a:cs typeface="微軟正黑體"/>
                <a:hlinkClick xmlns:r="http://schemas.openxmlformats.org/officeDocument/2006/relationships" r:id="Rc4818dbf7f534fb2"/>
              </a:rPr>
              <a:t>106084164　汪文彥 SAM</a:t>
            </a:r>
            <a:endParaRPr sz="1800">
              <a:solidFill>
                <a:srgbClr val="14634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D347668-D6A0-4815-B918-69F51F5C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572125"/>
            <a:ext cx="619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536760"/>
                </a:solidFill>
              </a:defRPr>
            </a:defPPr>
            <a:lvl1pPr algn="l">
              <a:buNone/>
              <a:defRPr sz="1500" b="0">
                <a:solidFill>
                  <a:srgbClr val="536760"/>
                </a:solidFill>
              </a:defRPr>
            </a:lvl1pPr>
            <a:lvl2pPr algn="l">
              <a:buNone/>
              <a:defRPr sz="1500" b="0">
                <a:solidFill>
                  <a:srgbClr val="536760"/>
                </a:solidFill>
              </a:defRPr>
            </a:lvl2pPr>
            <a:lvl3pPr algn="l">
              <a:buNone/>
              <a:defRPr sz="1500" b="0">
                <a:solidFill>
                  <a:srgbClr val="536760"/>
                </a:solidFill>
              </a:defRPr>
            </a:lvl3pPr>
            <a:lvl4pPr algn="l">
              <a:buNone/>
              <a:defRPr sz="1500" b="0">
                <a:solidFill>
                  <a:srgbClr val="536760"/>
                </a:solidFill>
              </a:defRPr>
            </a:lvl4pPr>
            <a:lvl5pPr algn="l">
              <a:buNone/>
              <a:defRPr sz="1500" b="0">
                <a:solidFill>
                  <a:srgbClr val="536760"/>
                </a:solidFill>
              </a:defRPr>
            </a:lvl5pPr>
            <a:lvl6pPr algn="l">
              <a:buNone/>
              <a:defRPr sz="1500" b="0">
                <a:solidFill>
                  <a:srgbClr val="536760"/>
                </a:solidFill>
              </a:defRPr>
            </a:lvl6pPr>
            <a:lvl7pPr algn="l">
              <a:buNone/>
              <a:defRPr sz="1500" b="0">
                <a:solidFill>
                  <a:srgbClr val="536760"/>
                </a:solidFill>
              </a:defRPr>
            </a:lvl7pPr>
            <a:lvl8pPr algn="l">
              <a:buNone/>
              <a:defRPr sz="1500" b="0">
                <a:solidFill>
                  <a:srgbClr val="536760"/>
                </a:solidFill>
              </a:defRPr>
            </a:lvl8pPr>
            <a:lvl9pPr algn="l">
              <a:buNone/>
              <a:defRPr sz="15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36760"/>
                </a:solidFill>
              </a:defRPr>
            </a:pPr>
            <a:r>
              <a:rPr sz="1500">
                <a:solidFill>
                  <a:srgbClr val="536760"/>
                </a:solidFill>
                <a:latin typeface="微軟正黑體"/>
                <a:ea typeface="微軟正黑體"/>
                <a:cs typeface="微軟正黑體"/>
                <a:hlinkClick xmlns:r="http://schemas.openxmlformats.org/officeDocument/2006/relationships" r:id="R8e25a98bf2554d3e"/>
              </a:rPr>
              <a:t>cashsam@gmail.com</a:t>
            </a:r>
            <a:endParaRPr sz="1500">
              <a:solidFill>
                <a:srgbClr val="53676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FA938B7-17E3-4714-A9E7-B8397689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0579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536760"/>
                </a:solidFill>
              </a:defRPr>
            </a:defPPr>
            <a:lvl1pPr algn="l">
              <a:buNone/>
              <a:defRPr sz="1650" b="0">
                <a:solidFill>
                  <a:srgbClr val="536760"/>
                </a:solidFill>
              </a:defRPr>
            </a:lvl1pPr>
            <a:lvl2pPr algn="l">
              <a:buNone/>
              <a:defRPr sz="1650" b="0">
                <a:solidFill>
                  <a:srgbClr val="536760"/>
                </a:solidFill>
              </a:defRPr>
            </a:lvl2pPr>
            <a:lvl3pPr algn="l">
              <a:buNone/>
              <a:defRPr sz="1650" b="0">
                <a:solidFill>
                  <a:srgbClr val="536760"/>
                </a:solidFill>
              </a:defRPr>
            </a:lvl3pPr>
            <a:lvl4pPr algn="l">
              <a:buNone/>
              <a:defRPr sz="1650" b="0">
                <a:solidFill>
                  <a:srgbClr val="536760"/>
                </a:solidFill>
              </a:defRPr>
            </a:lvl4pPr>
            <a:lvl5pPr algn="l">
              <a:buNone/>
              <a:defRPr sz="1650" b="0">
                <a:solidFill>
                  <a:srgbClr val="536760"/>
                </a:solidFill>
              </a:defRPr>
            </a:lvl5pPr>
            <a:lvl6pPr algn="l">
              <a:buNone/>
              <a:defRPr sz="1650" b="0">
                <a:solidFill>
                  <a:srgbClr val="536760"/>
                </a:solidFill>
              </a:defRPr>
            </a:lvl6pPr>
            <a:lvl7pPr algn="l">
              <a:buNone/>
              <a:defRPr sz="1650" b="0">
                <a:solidFill>
                  <a:srgbClr val="536760"/>
                </a:solidFill>
              </a:defRPr>
            </a:lvl7pPr>
            <a:lvl8pPr algn="l">
              <a:buNone/>
              <a:defRPr sz="1650" b="0">
                <a:solidFill>
                  <a:srgbClr val="536760"/>
                </a:solidFill>
              </a:defRPr>
            </a:lvl8pPr>
            <a:lvl9pPr algn="l">
              <a:buNone/>
              <a:defRPr sz="165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36760"/>
                </a:solidFill>
              </a:defRPr>
            </a:pPr>
            <a:r>
              <a:rPr sz="1650">
                <a:solidFill>
                  <a:srgbClr val="536760"/>
                </a:solidFill>
                <a:latin typeface="微軟正黑體"/>
                <a:ea typeface="微軟正黑體"/>
                <a:cs typeface="微軟正黑體"/>
                <a:hlinkClick xmlns:r="http://schemas.openxmlformats.org/officeDocument/2006/relationships" r:id="R8401a4b822384f52"/>
              </a:rPr>
              <a:t>指導講師：簡志璁 Alvin　fcaibialvin@gmail.com</a:t>
            </a:r>
            <a:endParaRPr sz="1650">
              <a:solidFill>
                <a:srgbClr val="53676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4" name="2026.10.18">
            <a:extLst xmlns:a="http://schemas.openxmlformats.org/drawingml/2006/main">
              <a:ext uri="{FF2B5EF4-FFF2-40B4-BE49-F238E27FC236}">
                <a16:creationId xmlns:a16="http://schemas.microsoft.com/office/drawing/2014/main" id="{9CF793F1-8A6F-4FBB-9DFF-1942B28A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572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536760"/>
                </a:solidFill>
              </a:defRPr>
            </a:defPPr>
            <a:lvl1pPr algn="l">
              <a:buNone/>
              <a:defRPr sz="1425" b="0">
                <a:solidFill>
                  <a:srgbClr val="536760"/>
                </a:solidFill>
              </a:defRPr>
            </a:lvl1pPr>
            <a:lvl2pPr algn="l">
              <a:buNone/>
              <a:defRPr sz="1425" b="0">
                <a:solidFill>
                  <a:srgbClr val="536760"/>
                </a:solidFill>
              </a:defRPr>
            </a:lvl2pPr>
            <a:lvl3pPr algn="l">
              <a:buNone/>
              <a:defRPr sz="1425" b="0">
                <a:solidFill>
                  <a:srgbClr val="536760"/>
                </a:solidFill>
              </a:defRPr>
            </a:lvl3pPr>
            <a:lvl4pPr algn="l">
              <a:buNone/>
              <a:defRPr sz="1425" b="0">
                <a:solidFill>
                  <a:srgbClr val="536760"/>
                </a:solidFill>
              </a:defRPr>
            </a:lvl4pPr>
            <a:lvl5pPr algn="l">
              <a:buNone/>
              <a:defRPr sz="1425" b="0">
                <a:solidFill>
                  <a:srgbClr val="536760"/>
                </a:solidFill>
              </a:defRPr>
            </a:lvl5pPr>
            <a:lvl6pPr algn="l">
              <a:buNone/>
              <a:defRPr sz="1425" b="0">
                <a:solidFill>
                  <a:srgbClr val="536760"/>
                </a:solidFill>
              </a:defRPr>
            </a:lvl6pPr>
            <a:lvl7pPr algn="l">
              <a:buNone/>
              <a:defRPr sz="1425" b="0">
                <a:solidFill>
                  <a:srgbClr val="536760"/>
                </a:solidFill>
              </a:defRPr>
            </a:lvl7pPr>
            <a:lvl8pPr algn="l">
              <a:buNone/>
              <a:defRPr sz="1425" b="0">
                <a:solidFill>
                  <a:srgbClr val="536760"/>
                </a:solidFill>
              </a:defRPr>
            </a:lvl8pPr>
            <a:lvl9pPr algn="l">
              <a:buNone/>
              <a:defRPr sz="1425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36760"/>
                </a:solidFill>
              </a:defRPr>
            </a:pPr>
            <a:r>
              <a:rPr sz="1425" b="0">
                <a:solidFill>
                  <a:srgbClr val="536760"/>
                </a:solidFill>
              </a:rPr>
              <a:t>2026.10.22  ·  V6</a:t>
            </a:r>
            <a:endParaRPr sz="1425" b="0">
              <a:solidFill>
                <a:srgbClr val="5367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10220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超市網購的使用情境">
            <a:extLst xmlns:a="http://schemas.openxmlformats.org/drawingml/2006/main">
              <a:ext uri="{FF2B5EF4-FFF2-40B4-BE49-F238E27FC236}">
                <a16:creationId xmlns:a16="http://schemas.microsoft.com/office/drawing/2014/main" id="{66AB13EE-7DC7-489E-BE94-CB14C793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42E"/>
                </a:solidFill>
              </a:defRPr>
            </a:defPPr>
            <a:lvl1pPr algn="l">
              <a:buNone/>
              <a:defRPr sz="3300" b="1">
                <a:solidFill>
                  <a:srgbClr val="17342E"/>
                </a:solidFill>
              </a:defRPr>
            </a:lvl1pPr>
            <a:lvl2pPr algn="l">
              <a:buNone/>
              <a:defRPr sz="3300" b="1">
                <a:solidFill>
                  <a:srgbClr val="17342E"/>
                </a:solidFill>
              </a:defRPr>
            </a:lvl2pPr>
            <a:lvl3pPr algn="l">
              <a:buNone/>
              <a:defRPr sz="3300" b="1">
                <a:solidFill>
                  <a:srgbClr val="17342E"/>
                </a:solidFill>
              </a:defRPr>
            </a:lvl3pPr>
            <a:lvl4pPr algn="l">
              <a:buNone/>
              <a:defRPr sz="3300" b="1">
                <a:solidFill>
                  <a:srgbClr val="17342E"/>
                </a:solidFill>
              </a:defRPr>
            </a:lvl4pPr>
            <a:lvl5pPr algn="l">
              <a:buNone/>
              <a:defRPr sz="3300" b="1">
                <a:solidFill>
                  <a:srgbClr val="17342E"/>
                </a:solidFill>
              </a:defRPr>
            </a:lvl5pPr>
            <a:lvl6pPr algn="l">
              <a:buNone/>
              <a:defRPr sz="3300" b="1">
                <a:solidFill>
                  <a:srgbClr val="17342E"/>
                </a:solidFill>
              </a:defRPr>
            </a:lvl6pPr>
            <a:lvl7pPr algn="l">
              <a:buNone/>
              <a:defRPr sz="3300" b="1">
                <a:solidFill>
                  <a:srgbClr val="17342E"/>
                </a:solidFill>
              </a:defRPr>
            </a:lvl7pPr>
            <a:lvl8pPr algn="l">
              <a:buNone/>
              <a:defRPr sz="3300" b="1">
                <a:solidFill>
                  <a:srgbClr val="17342E"/>
                </a:solidFill>
              </a:defRPr>
            </a:lvl8pPr>
            <a:lvl9pPr algn="l">
              <a:buNone/>
              <a:defRPr sz="3300" b="1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42E"/>
                </a:solidFill>
              </a:defRPr>
            </a:pPr>
            <a:r>
              <a:rPr sz="3300" b="1">
                <a:solidFill>
                  <a:srgbClr val="17342E"/>
                </a:solidFill>
              </a:rPr>
              <a:t>超市網購的使用情境</a:t>
            </a:r>
            <a:endParaRPr sz="3300" b="1">
              <a:solidFill>
                <a:srgbClr val="17342E"/>
              </a:solidFill>
            </a:endParaRPr>
          </a:p>
        </p:txBody>
      </p:sp>
      <p:sp>
        <p:nvSpPr>
          <p:cNvPr id="2" name="同一份商品與訂單資料，服務消費者與營運人員">
            <a:extLst xmlns:a="http://schemas.openxmlformats.org/drawingml/2006/main">
              <a:ext uri="{FF2B5EF4-FFF2-40B4-BE49-F238E27FC236}">
                <a16:creationId xmlns:a16="http://schemas.microsoft.com/office/drawing/2014/main" id="{1633C35D-97CC-4034-AB98-4DE0F746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36760"/>
                </a:solidFill>
              </a:defRPr>
            </a:defPPr>
            <a:lvl1pPr algn="l">
              <a:buNone/>
              <a:defRPr sz="1800" b="0">
                <a:solidFill>
                  <a:srgbClr val="536760"/>
                </a:solidFill>
              </a:defRPr>
            </a:lvl1pPr>
            <a:lvl2pPr algn="l">
              <a:buNone/>
              <a:defRPr sz="1800" b="0">
                <a:solidFill>
                  <a:srgbClr val="536760"/>
                </a:solidFill>
              </a:defRPr>
            </a:lvl2pPr>
            <a:lvl3pPr algn="l">
              <a:buNone/>
              <a:defRPr sz="1800" b="0">
                <a:solidFill>
                  <a:srgbClr val="536760"/>
                </a:solidFill>
              </a:defRPr>
            </a:lvl3pPr>
            <a:lvl4pPr algn="l">
              <a:buNone/>
              <a:defRPr sz="1800" b="0">
                <a:solidFill>
                  <a:srgbClr val="536760"/>
                </a:solidFill>
              </a:defRPr>
            </a:lvl4pPr>
            <a:lvl5pPr algn="l">
              <a:buNone/>
              <a:defRPr sz="1800" b="0">
                <a:solidFill>
                  <a:srgbClr val="536760"/>
                </a:solidFill>
              </a:defRPr>
            </a:lvl5pPr>
            <a:lvl6pPr algn="l">
              <a:buNone/>
              <a:defRPr sz="1800" b="0">
                <a:solidFill>
                  <a:srgbClr val="536760"/>
                </a:solidFill>
              </a:defRPr>
            </a:lvl6pPr>
            <a:lvl7pPr algn="l">
              <a:buNone/>
              <a:defRPr sz="1800" b="0">
                <a:solidFill>
                  <a:srgbClr val="536760"/>
                </a:solidFill>
              </a:defRPr>
            </a:lvl7pPr>
            <a:lvl8pPr algn="l">
              <a:buNone/>
              <a:defRPr sz="1800" b="0">
                <a:solidFill>
                  <a:srgbClr val="536760"/>
                </a:solidFill>
              </a:defRPr>
            </a:lvl8pPr>
            <a:lvl9pPr algn="l">
              <a:buNone/>
              <a:defRPr sz="18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36760"/>
                </a:solidFill>
              </a:defRPr>
            </a:pPr>
            <a:r>
              <a:rPr sz="1800" b="0">
                <a:solidFill>
                  <a:srgbClr val="536760"/>
                </a:solidFill>
              </a:rPr>
              <a:t>同一份商品與訂單資料，服務消費者與營運人員</a:t>
            </a:r>
            <a:endParaRPr sz="1800" b="0">
              <a:solidFill>
                <a:srgbClr val="536760"/>
              </a:solidFill>
            </a:endParaRPr>
          </a:p>
        </p:txBody>
      </p:sp>
      <p:sp>
        <p:nvSpPr>
          <p:cNvPr id="3" name="VibeCart AI">
            <a:extLst xmlns:a="http://schemas.openxmlformats.org/drawingml/2006/main">
              <a:ext uri="{FF2B5EF4-FFF2-40B4-BE49-F238E27FC236}">
                <a16:creationId xmlns:a16="http://schemas.microsoft.com/office/drawing/2014/main" id="{3DB5E5FA-7B2D-4440-83EE-1F3A8565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36760"/>
                </a:solidFill>
              </a:defRPr>
            </a:defPPr>
            <a:lvl1pPr algn="l">
              <a:buNone/>
              <a:defRPr sz="1200" b="0">
                <a:solidFill>
                  <a:srgbClr val="536760"/>
                </a:solidFill>
              </a:defRPr>
            </a:lvl1pPr>
            <a:lvl2pPr algn="l">
              <a:buNone/>
              <a:defRPr sz="1200" b="0">
                <a:solidFill>
                  <a:srgbClr val="536760"/>
                </a:solidFill>
              </a:defRPr>
            </a:lvl2pPr>
            <a:lvl3pPr algn="l">
              <a:buNone/>
              <a:defRPr sz="1200" b="0">
                <a:solidFill>
                  <a:srgbClr val="536760"/>
                </a:solidFill>
              </a:defRPr>
            </a:lvl3pPr>
            <a:lvl4pPr algn="l">
              <a:buNone/>
              <a:defRPr sz="1200" b="0">
                <a:solidFill>
                  <a:srgbClr val="536760"/>
                </a:solidFill>
              </a:defRPr>
            </a:lvl4pPr>
            <a:lvl5pPr algn="l">
              <a:buNone/>
              <a:defRPr sz="1200" b="0">
                <a:solidFill>
                  <a:srgbClr val="536760"/>
                </a:solidFill>
              </a:defRPr>
            </a:lvl5pPr>
            <a:lvl6pPr algn="l">
              <a:buNone/>
              <a:defRPr sz="1200" b="0">
                <a:solidFill>
                  <a:srgbClr val="536760"/>
                </a:solidFill>
              </a:defRPr>
            </a:lvl6pPr>
            <a:lvl7pPr algn="l">
              <a:buNone/>
              <a:defRPr sz="1200" b="0">
                <a:solidFill>
                  <a:srgbClr val="536760"/>
                </a:solidFill>
              </a:defRPr>
            </a:lvl7pPr>
            <a:lvl8pPr algn="l">
              <a:buNone/>
              <a:defRPr sz="1200" b="0">
                <a:solidFill>
                  <a:srgbClr val="536760"/>
                </a:solidFill>
              </a:defRPr>
            </a:lvl8pPr>
            <a:lvl9pPr algn="l">
              <a:buNone/>
              <a:defRPr sz="12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36760"/>
                </a:solidFill>
              </a:defRPr>
            </a:pPr>
            <a:r>
              <a:rPr sz="1200" b="0">
                <a:solidFill>
                  <a:srgbClr val="536760"/>
                </a:solidFill>
              </a:rPr>
              <a:t>VibeCart AI</a:t>
            </a:r>
            <a:endParaRPr sz="1200" b="0">
              <a:solidFill>
                <a:srgbClr val="536760"/>
              </a:solidFill>
            </a:endParaRPr>
          </a:p>
        </p:txBody>
      </p:sp>
      <p:sp>
        <p:nvSpPr>
          <p:cNvPr id="4" name="02">
            <a:extLst xmlns:a="http://schemas.openxmlformats.org/drawingml/2006/main">
              <a:ext uri="{FF2B5EF4-FFF2-40B4-BE49-F238E27FC236}">
                <a16:creationId xmlns:a16="http://schemas.microsoft.com/office/drawing/2014/main" id="{6D0C6904-9E0E-472F-BFF3-3782E7A5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14634B"/>
                </a:solidFill>
              </a:defRPr>
            </a:defPPr>
            <a:lvl1pPr algn="l">
              <a:buNone/>
              <a:defRPr sz="1350" b="1">
                <a:solidFill>
                  <a:srgbClr val="14634B"/>
                </a:solidFill>
              </a:defRPr>
            </a:lvl1pPr>
            <a:lvl2pPr algn="l">
              <a:buNone/>
              <a:defRPr sz="1350" b="1">
                <a:solidFill>
                  <a:srgbClr val="14634B"/>
                </a:solidFill>
              </a:defRPr>
            </a:lvl2pPr>
            <a:lvl3pPr algn="l">
              <a:buNone/>
              <a:defRPr sz="1350" b="1">
                <a:solidFill>
                  <a:srgbClr val="14634B"/>
                </a:solidFill>
              </a:defRPr>
            </a:lvl3pPr>
            <a:lvl4pPr algn="l">
              <a:buNone/>
              <a:defRPr sz="1350" b="1">
                <a:solidFill>
                  <a:srgbClr val="14634B"/>
                </a:solidFill>
              </a:defRPr>
            </a:lvl4pPr>
            <a:lvl5pPr algn="l">
              <a:buNone/>
              <a:defRPr sz="1350" b="1">
                <a:solidFill>
                  <a:srgbClr val="14634B"/>
                </a:solidFill>
              </a:defRPr>
            </a:lvl5pPr>
            <a:lvl6pPr algn="l">
              <a:buNone/>
              <a:defRPr sz="1350" b="1">
                <a:solidFill>
                  <a:srgbClr val="14634B"/>
                </a:solidFill>
              </a:defRPr>
            </a:lvl6pPr>
            <a:lvl7pPr algn="l">
              <a:buNone/>
              <a:defRPr sz="1350" b="1">
                <a:solidFill>
                  <a:srgbClr val="14634B"/>
                </a:solidFill>
              </a:defRPr>
            </a:lvl7pPr>
            <a:lvl8pPr algn="l">
              <a:buNone/>
              <a:defRPr sz="1350" b="1">
                <a:solidFill>
                  <a:srgbClr val="14634B"/>
                </a:solidFill>
              </a:defRPr>
            </a:lvl8pPr>
            <a:lvl9pPr algn="l">
              <a:buNone/>
              <a:defRPr sz="13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14634B"/>
                </a:solidFill>
              </a:defRPr>
            </a:pPr>
            <a:r>
              <a:rPr sz="1350" b="1">
                <a:solidFill>
                  <a:srgbClr val="14634B"/>
                </a:solidFill>
              </a:rPr>
              <a:t>02</a:t>
            </a:r>
            <a:endParaRPr sz="1350" b="1">
              <a:solidFill>
                <a:srgbClr val="14634B"/>
              </a:solidFill>
            </a:endParaRPr>
          </a:p>
        </p:txBody>
      </p:sp>
      <p:sp>
        <p:nvSpPr>
          <p:cNvPr id="5" name="消費者">
            <a:extLst xmlns:a="http://schemas.openxmlformats.org/drawingml/2006/main">
              <a:ext uri="{FF2B5EF4-FFF2-40B4-BE49-F238E27FC236}">
                <a16:creationId xmlns:a16="http://schemas.microsoft.com/office/drawing/2014/main" id="{6C949099-9B6A-4B9E-BF05-7B45AF8C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574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14634B"/>
                </a:solidFill>
              </a:defRPr>
            </a:defPPr>
            <a:lvl1pPr algn="l">
              <a:buNone/>
              <a:defRPr sz="2550" b="1">
                <a:solidFill>
                  <a:srgbClr val="14634B"/>
                </a:solidFill>
              </a:defRPr>
            </a:lvl1pPr>
            <a:lvl2pPr algn="l">
              <a:buNone/>
              <a:defRPr sz="2550" b="1">
                <a:solidFill>
                  <a:srgbClr val="14634B"/>
                </a:solidFill>
              </a:defRPr>
            </a:lvl2pPr>
            <a:lvl3pPr algn="l">
              <a:buNone/>
              <a:defRPr sz="2550" b="1">
                <a:solidFill>
                  <a:srgbClr val="14634B"/>
                </a:solidFill>
              </a:defRPr>
            </a:lvl3pPr>
            <a:lvl4pPr algn="l">
              <a:buNone/>
              <a:defRPr sz="2550" b="1">
                <a:solidFill>
                  <a:srgbClr val="14634B"/>
                </a:solidFill>
              </a:defRPr>
            </a:lvl4pPr>
            <a:lvl5pPr algn="l">
              <a:buNone/>
              <a:defRPr sz="2550" b="1">
                <a:solidFill>
                  <a:srgbClr val="14634B"/>
                </a:solidFill>
              </a:defRPr>
            </a:lvl5pPr>
            <a:lvl6pPr algn="l">
              <a:buNone/>
              <a:defRPr sz="2550" b="1">
                <a:solidFill>
                  <a:srgbClr val="14634B"/>
                </a:solidFill>
              </a:defRPr>
            </a:lvl6pPr>
            <a:lvl7pPr algn="l">
              <a:buNone/>
              <a:defRPr sz="2550" b="1">
                <a:solidFill>
                  <a:srgbClr val="14634B"/>
                </a:solidFill>
              </a:defRPr>
            </a:lvl7pPr>
            <a:lvl8pPr algn="l">
              <a:buNone/>
              <a:defRPr sz="2550" b="1">
                <a:solidFill>
                  <a:srgbClr val="14634B"/>
                </a:solidFill>
              </a:defRPr>
            </a:lvl8pPr>
            <a:lvl9pPr algn="l">
              <a:buNone/>
              <a:defRPr sz="25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4634B"/>
                </a:solidFill>
              </a:defRPr>
            </a:pPr>
            <a:r>
              <a:rPr sz="2550" b="1">
                <a:solidFill>
                  <a:srgbClr val="14634B"/>
                </a:solidFill>
              </a:rPr>
              <a:t>消費者</a:t>
            </a:r>
            <a:endParaRPr sz="2550" b="1">
              <a:solidFill>
                <a:srgbClr val="14634B"/>
              </a:solidFill>
            </a:endParaRPr>
          </a:p>
        </p:txBody>
      </p:sp>
      <p:sp>
        <p:nvSpPr>
          <p:cNvPr id="6" name="分類與關鍵字搜尋&#10;確認商品規格、價格及庫存&#10;登入後管">
            <a:extLst xmlns:a="http://schemas.openxmlformats.org/drawingml/2006/main">
              <a:ext uri="{FF2B5EF4-FFF2-40B4-BE49-F238E27FC236}">
                <a16:creationId xmlns:a16="http://schemas.microsoft.com/office/drawing/2014/main" id="{AA6CA3EF-64F0-43C1-8448-497653B0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57475"/>
            <a:ext cx="41433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17342E"/>
                </a:solidFill>
              </a:defRPr>
            </a:defPPr>
            <a:lvl1pPr algn="l">
              <a:buNone/>
              <a:defRPr sz="2025" b="0">
                <a:solidFill>
                  <a:srgbClr val="17342E"/>
                </a:solidFill>
              </a:defRPr>
            </a:lvl1pPr>
            <a:lvl2pPr algn="l">
              <a:buNone/>
              <a:defRPr sz="2025" b="0">
                <a:solidFill>
                  <a:srgbClr val="17342E"/>
                </a:solidFill>
              </a:defRPr>
            </a:lvl2pPr>
            <a:lvl3pPr algn="l">
              <a:buNone/>
              <a:defRPr sz="2025" b="0">
                <a:solidFill>
                  <a:srgbClr val="17342E"/>
                </a:solidFill>
              </a:defRPr>
            </a:lvl3pPr>
            <a:lvl4pPr algn="l">
              <a:buNone/>
              <a:defRPr sz="2025" b="0">
                <a:solidFill>
                  <a:srgbClr val="17342E"/>
                </a:solidFill>
              </a:defRPr>
            </a:lvl4pPr>
            <a:lvl5pPr algn="l">
              <a:buNone/>
              <a:defRPr sz="2025" b="0">
                <a:solidFill>
                  <a:srgbClr val="17342E"/>
                </a:solidFill>
              </a:defRPr>
            </a:lvl5pPr>
            <a:lvl6pPr algn="l">
              <a:buNone/>
              <a:defRPr sz="2025" b="0">
                <a:solidFill>
                  <a:srgbClr val="17342E"/>
                </a:solidFill>
              </a:defRPr>
            </a:lvl6pPr>
            <a:lvl7pPr algn="l">
              <a:buNone/>
              <a:defRPr sz="2025" b="0">
                <a:solidFill>
                  <a:srgbClr val="17342E"/>
                </a:solidFill>
              </a:defRPr>
            </a:lvl7pPr>
            <a:lvl8pPr algn="l">
              <a:buNone/>
              <a:defRPr sz="2025" b="0">
                <a:solidFill>
                  <a:srgbClr val="17342E"/>
                </a:solidFill>
              </a:defRPr>
            </a:lvl8pPr>
            <a:lvl9pPr algn="l">
              <a:buNone/>
              <a:defRPr sz="2025" b="0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分類與關鍵字搜尋</a:t>
            </a:r>
            <a:endParaRPr sz="2025" b="0">
              <a:solidFill>
                <a:srgbClr val="17342E"/>
              </a:solidFill>
            </a:endParaRPr>
          </a:p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確認商品規格、價格及庫存</a:t>
            </a:r>
            <a:endParaRPr sz="2025" b="0">
              <a:solidFill>
                <a:srgbClr val="17342E"/>
              </a:solidFill>
            </a:endParaRPr>
          </a:p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登入後管理購物車與示範訂單</a:t>
            </a:r>
            <a:endParaRPr sz="2025" b="0">
              <a:solidFill>
                <a:srgbClr val="17342E"/>
              </a:solidFill>
            </a:endParaRPr>
          </a:p>
        </p:txBody>
      </p:sp>
      <p:sp>
        <p:nvSpPr>
          <p:cNvPr id="7" name="營運人員">
            <a:extLst xmlns:a="http://schemas.openxmlformats.org/drawingml/2006/main">
              <a:ext uri="{FF2B5EF4-FFF2-40B4-BE49-F238E27FC236}">
                <a16:creationId xmlns:a16="http://schemas.microsoft.com/office/drawing/2014/main" id="{24A47050-0346-4C24-9171-431EBE4D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243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14634B"/>
                </a:solidFill>
              </a:defRPr>
            </a:defPPr>
            <a:lvl1pPr algn="l">
              <a:buNone/>
              <a:defRPr sz="2550" b="1">
                <a:solidFill>
                  <a:srgbClr val="14634B"/>
                </a:solidFill>
              </a:defRPr>
            </a:lvl1pPr>
            <a:lvl2pPr algn="l">
              <a:buNone/>
              <a:defRPr sz="2550" b="1">
                <a:solidFill>
                  <a:srgbClr val="14634B"/>
                </a:solidFill>
              </a:defRPr>
            </a:lvl2pPr>
            <a:lvl3pPr algn="l">
              <a:buNone/>
              <a:defRPr sz="2550" b="1">
                <a:solidFill>
                  <a:srgbClr val="14634B"/>
                </a:solidFill>
              </a:defRPr>
            </a:lvl3pPr>
            <a:lvl4pPr algn="l">
              <a:buNone/>
              <a:defRPr sz="2550" b="1">
                <a:solidFill>
                  <a:srgbClr val="14634B"/>
                </a:solidFill>
              </a:defRPr>
            </a:lvl4pPr>
            <a:lvl5pPr algn="l">
              <a:buNone/>
              <a:defRPr sz="2550" b="1">
                <a:solidFill>
                  <a:srgbClr val="14634B"/>
                </a:solidFill>
              </a:defRPr>
            </a:lvl5pPr>
            <a:lvl6pPr algn="l">
              <a:buNone/>
              <a:defRPr sz="2550" b="1">
                <a:solidFill>
                  <a:srgbClr val="14634B"/>
                </a:solidFill>
              </a:defRPr>
            </a:lvl6pPr>
            <a:lvl7pPr algn="l">
              <a:buNone/>
              <a:defRPr sz="2550" b="1">
                <a:solidFill>
                  <a:srgbClr val="14634B"/>
                </a:solidFill>
              </a:defRPr>
            </a:lvl7pPr>
            <a:lvl8pPr algn="l">
              <a:buNone/>
              <a:defRPr sz="2550" b="1">
                <a:solidFill>
                  <a:srgbClr val="14634B"/>
                </a:solidFill>
              </a:defRPr>
            </a:lvl8pPr>
            <a:lvl9pPr algn="l">
              <a:buNone/>
              <a:defRPr sz="25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4634B"/>
                </a:solidFill>
              </a:defRPr>
            </a:pPr>
            <a:r>
              <a:rPr sz="2550" b="1">
                <a:solidFill>
                  <a:srgbClr val="14634B"/>
                </a:solidFill>
              </a:rPr>
              <a:t>營運人員</a:t>
            </a:r>
            <a:endParaRPr sz="2550" b="1">
              <a:solidFill>
                <a:srgbClr val="14634B"/>
              </a:solidFill>
            </a:endParaRPr>
          </a:p>
        </p:txBody>
      </p:sp>
      <p:sp>
        <p:nvSpPr>
          <p:cNvPr id="8" name="核對期間營收與熱銷&#10;查看低庫存與推薦理由">
            <a:extLst xmlns:a="http://schemas.openxmlformats.org/drawingml/2006/main">
              <a:ext uri="{FF2B5EF4-FFF2-40B4-BE49-F238E27FC236}">
                <a16:creationId xmlns:a16="http://schemas.microsoft.com/office/drawing/2014/main" id="{C966AA68-D3EF-467F-9737-C365A486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24425"/>
            <a:ext cx="4143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17342E"/>
                </a:solidFill>
              </a:defRPr>
            </a:defPPr>
            <a:lvl1pPr algn="l">
              <a:buNone/>
              <a:defRPr sz="2025" b="0">
                <a:solidFill>
                  <a:srgbClr val="17342E"/>
                </a:solidFill>
              </a:defRPr>
            </a:lvl1pPr>
            <a:lvl2pPr algn="l">
              <a:buNone/>
              <a:defRPr sz="2025" b="0">
                <a:solidFill>
                  <a:srgbClr val="17342E"/>
                </a:solidFill>
              </a:defRPr>
            </a:lvl2pPr>
            <a:lvl3pPr algn="l">
              <a:buNone/>
              <a:defRPr sz="2025" b="0">
                <a:solidFill>
                  <a:srgbClr val="17342E"/>
                </a:solidFill>
              </a:defRPr>
            </a:lvl3pPr>
            <a:lvl4pPr algn="l">
              <a:buNone/>
              <a:defRPr sz="2025" b="0">
                <a:solidFill>
                  <a:srgbClr val="17342E"/>
                </a:solidFill>
              </a:defRPr>
            </a:lvl4pPr>
            <a:lvl5pPr algn="l">
              <a:buNone/>
              <a:defRPr sz="2025" b="0">
                <a:solidFill>
                  <a:srgbClr val="17342E"/>
                </a:solidFill>
              </a:defRPr>
            </a:lvl5pPr>
            <a:lvl6pPr algn="l">
              <a:buNone/>
              <a:defRPr sz="2025" b="0">
                <a:solidFill>
                  <a:srgbClr val="17342E"/>
                </a:solidFill>
              </a:defRPr>
            </a:lvl6pPr>
            <a:lvl7pPr algn="l">
              <a:buNone/>
              <a:defRPr sz="2025" b="0">
                <a:solidFill>
                  <a:srgbClr val="17342E"/>
                </a:solidFill>
              </a:defRPr>
            </a:lvl7pPr>
            <a:lvl8pPr algn="l">
              <a:buNone/>
              <a:defRPr sz="2025" b="0">
                <a:solidFill>
                  <a:srgbClr val="17342E"/>
                </a:solidFill>
              </a:defRPr>
            </a:lvl8pPr>
            <a:lvl9pPr algn="l">
              <a:buNone/>
              <a:defRPr sz="2025" b="0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核對期間營收與熱銷</a:t>
            </a:r>
            <a:endParaRPr sz="2025" b="0">
              <a:solidFill>
                <a:srgbClr val="17342E"/>
              </a:solidFill>
            </a:endParaRPr>
          </a:p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查看低庫存與推薦理由</a:t>
            </a:r>
            <a:endParaRPr sz="2025" b="0">
              <a:solidFill>
                <a:srgbClr val="17342E"/>
              </a:solidFill>
            </a:endParaRPr>
          </a:p>
        </p:txBody>
      </p:sp>
      <p:pic>
        <p:nvPicPr>
          <p:cNvPr id="9" name="圖片 8">
            <a:extLst xmlns:a="http://schemas.openxmlformats.org/drawingml/2006/main">
              <a:ext uri="{FF2B5EF4-FFF2-40B4-BE49-F238E27FC236}">
                <a16:creationId xmlns:a16="http://schemas.microsoft.com/office/drawing/2014/main" id="{23CEBFA5-7AC6-4A43-9DBC-75BA402CD4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53bc8b583841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4633" y="1895475"/>
            <a:ext cx="6067109" cy="4000500"/>
          </a:xfrm>
          <a:prstGeom xmlns:a="http://schemas.openxmlformats.org/drawingml/2006/main" prst="rect">
            <a:avLst/>
          </a:prstGeom>
        </p:spPr>
      </p:pic>
      <p:sp>
        <p:nvSpPr>
          <p:cNvPr id="10" name="商品介面實拍：10/18 零流量預覽">
            <a:extLst xmlns:a="http://schemas.openxmlformats.org/drawingml/2006/main">
              <a:ext uri="{FF2B5EF4-FFF2-40B4-BE49-F238E27FC236}">
                <a16:creationId xmlns:a16="http://schemas.microsoft.com/office/drawing/2014/main" id="{EBD5AB8B-CC3D-4A91-859F-193BE06C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96265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536760"/>
                </a:solidFill>
              </a:defRPr>
            </a:defPPr>
            <a:lvl1pPr algn="l">
              <a:buNone/>
              <a:defRPr sz="1350" b="0">
                <a:solidFill>
                  <a:srgbClr val="536760"/>
                </a:solidFill>
              </a:defRPr>
            </a:lvl1pPr>
            <a:lvl2pPr algn="l">
              <a:buNone/>
              <a:defRPr sz="1350" b="0">
                <a:solidFill>
                  <a:srgbClr val="536760"/>
                </a:solidFill>
              </a:defRPr>
            </a:lvl2pPr>
            <a:lvl3pPr algn="l">
              <a:buNone/>
              <a:defRPr sz="1350" b="0">
                <a:solidFill>
                  <a:srgbClr val="536760"/>
                </a:solidFill>
              </a:defRPr>
            </a:lvl3pPr>
            <a:lvl4pPr algn="l">
              <a:buNone/>
              <a:defRPr sz="1350" b="0">
                <a:solidFill>
                  <a:srgbClr val="536760"/>
                </a:solidFill>
              </a:defRPr>
            </a:lvl4pPr>
            <a:lvl5pPr algn="l">
              <a:buNone/>
              <a:defRPr sz="1350" b="0">
                <a:solidFill>
                  <a:srgbClr val="536760"/>
                </a:solidFill>
              </a:defRPr>
            </a:lvl5pPr>
            <a:lvl6pPr algn="l">
              <a:buNone/>
              <a:defRPr sz="1350" b="0">
                <a:solidFill>
                  <a:srgbClr val="536760"/>
                </a:solidFill>
              </a:defRPr>
            </a:lvl6pPr>
            <a:lvl7pPr algn="l">
              <a:buNone/>
              <a:defRPr sz="1350" b="0">
                <a:solidFill>
                  <a:srgbClr val="536760"/>
                </a:solidFill>
              </a:defRPr>
            </a:lvl7pPr>
            <a:lvl8pPr algn="l">
              <a:buNone/>
              <a:defRPr sz="1350" b="0">
                <a:solidFill>
                  <a:srgbClr val="536760"/>
                </a:solidFill>
              </a:defRPr>
            </a:lvl8pPr>
            <a:lvl9pPr algn="l">
              <a:buNone/>
              <a:defRPr sz="135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36760"/>
                </a:solidFill>
              </a:defRPr>
            </a:pPr>
            <a:r>
              <a:rPr sz="1350" b="0">
                <a:solidFill>
                  <a:srgbClr val="536760"/>
                </a:solidFill>
              </a:rPr>
              <a:t>商品介面實拍：10/18 零流量預覽</a:t>
            </a:r>
            <a:endParaRPr sz="1350" b="0">
              <a:solidFill>
                <a:srgbClr val="5367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96710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22D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直接箭頭連接符 17">
            <a:extLst xmlns:a="http://schemas.openxmlformats.org/drawingml/2006/main">
              <a:ext uri="{FF2B5EF4-FFF2-40B4-BE49-F238E27FC236}">
                <a16:creationId xmlns:a16="http://schemas.microsoft.com/office/drawing/2014/main" id="{857CB818-847A-4F7C-B04B-80B6231EF259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7334250" y="4448175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C5CD"/>
            </a:solidFill>
            <a:prstDash val="dash"/>
            <a:tailEnd type="triangle" w="sm" len="sm"/>
          </a:ln>
        </p:spPr>
      </p:cxnSp>
      <p:cxnSp>
        <p:nvCxnSpPr>
          <p:cNvPr id="17" name="肘形連接符 16">
            <a:extLst xmlns:a="http://schemas.openxmlformats.org/drawingml/2006/main">
              <a:ext uri="{FF2B5EF4-FFF2-40B4-BE49-F238E27FC236}">
                <a16:creationId xmlns:a16="http://schemas.microsoft.com/office/drawing/2014/main" id="{33C21470-6533-43D5-A5B8-9F588E8F52F7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8572500" y="3362325"/>
            <a:ext cx="638175" cy="7667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8C5CD"/>
            </a:solidFill>
            <a:prstDash val="solid"/>
            <a:tailEnd type="triangle" w="sm" len="sm"/>
          </a:ln>
        </p:spPr>
      </p:cxnSp>
      <p:cxnSp>
        <p:nvCxnSpPr>
          <p:cNvPr id="16" name="肘形連接符 15">
            <a:extLst xmlns:a="http://schemas.openxmlformats.org/drawingml/2006/main">
              <a:ext uri="{FF2B5EF4-FFF2-40B4-BE49-F238E27FC236}">
                <a16:creationId xmlns:a16="http://schemas.microsoft.com/office/drawing/2014/main" id="{4966B261-1A69-4A56-AAFD-46B24549621D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572500" y="3176588"/>
            <a:ext cx="638175" cy="1857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8C5CD"/>
            </a:solidFill>
            <a:prstDash val="solid"/>
            <a:tailEnd type="triangle" w="sm" len="sm"/>
          </a:ln>
        </p:spPr>
      </p:cxnSp>
      <p:cxnSp>
        <p:nvCxnSpPr>
          <p:cNvPr id="15" name="肘形連接符 14">
            <a:extLst xmlns:a="http://schemas.openxmlformats.org/drawingml/2006/main">
              <a:ext uri="{FF2B5EF4-FFF2-40B4-BE49-F238E27FC236}">
                <a16:creationId xmlns:a16="http://schemas.microsoft.com/office/drawing/2014/main" id="{0D7AD484-B292-43D4-87BD-A477185FDF8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524500" y="3362325"/>
            <a:ext cx="571500" cy="7667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8C5CD"/>
            </a:solidFill>
            <a:prstDash val="solid"/>
            <a:tailEnd type="triangle" w="sm" len="sm"/>
          </a:ln>
        </p:spPr>
      </p:cxnSp>
      <p:cxnSp>
        <p:nvCxnSpPr>
          <p:cNvPr id="14" name="肘形連接符 13">
            <a:extLst xmlns:a="http://schemas.openxmlformats.org/drawingml/2006/main">
              <a:ext uri="{FF2B5EF4-FFF2-40B4-BE49-F238E27FC236}">
                <a16:creationId xmlns:a16="http://schemas.microsoft.com/office/drawing/2014/main" id="{F10008B7-63B1-4564-A62D-F6B28C988BFA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5524500" y="3176588"/>
            <a:ext cx="571500" cy="1857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8C5CD"/>
            </a:solidFill>
            <a:prstDash val="solid"/>
            <a:tailEnd type="triangle" w="sm" len="sm"/>
          </a:ln>
        </p:spPr>
      </p:cxnSp>
      <p:cxnSp>
        <p:nvCxnSpPr>
          <p:cNvPr id="13" name="肘形連接符 12">
            <a:extLst xmlns:a="http://schemas.openxmlformats.org/drawingml/2006/main">
              <a:ext uri="{FF2B5EF4-FFF2-40B4-BE49-F238E27FC236}">
                <a16:creationId xmlns:a16="http://schemas.microsoft.com/office/drawing/2014/main" id="{D4AF5F4B-B2DF-489E-A255-2ED6E589900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5524500" y="2224088"/>
            <a:ext cx="571500" cy="11382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8C5CD"/>
            </a:solidFill>
            <a:prstDash val="solid"/>
            <a:tailEnd type="triangle" w="sm" len="sm"/>
          </a:ln>
        </p:spPr>
      </p:cxnSp>
      <p:cxnSp>
        <p:nvCxnSpPr>
          <p:cNvPr id="12" name="直接箭頭連接符 11">
            <a:extLst xmlns:a="http://schemas.openxmlformats.org/drawingml/2006/main">
              <a:ext uri="{FF2B5EF4-FFF2-40B4-BE49-F238E27FC236}">
                <a16:creationId xmlns:a16="http://schemas.microsoft.com/office/drawing/2014/main" id="{3767CBA5-EB54-4863-99BA-A492A786F06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57500" y="3362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C5CD"/>
            </a:solidFill>
            <a:prstDash val="solid"/>
            <a:tailEnd type="triangle" w="sm" len="sm"/>
          </a:ln>
        </p:spPr>
      </p:cxnSp>
      <p:sp>
        <p:nvSpPr>
          <p:cNvPr id="20" name="系統架構與資料流">
            <a:extLst xmlns:a="http://schemas.openxmlformats.org/drawingml/2006/main">
              <a:ext uri="{FF2B5EF4-FFF2-40B4-BE49-F238E27FC236}">
                <a16:creationId xmlns:a16="http://schemas.microsoft.com/office/drawing/2014/main" id="{C271EA9A-0C91-4B96-98DF-7DEA80F4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</a:defRPr>
            </a:defPPr>
            <a:lvl1pPr algn="l">
              <a:buNone/>
              <a:defRPr sz="3300" b="1">
                <a:solidFill>
                  <a:srgbClr val="FFFFFF"/>
                </a:solidFill>
              </a:defRPr>
            </a:lvl1pPr>
            <a:lvl2pPr algn="l">
              <a:buNone/>
              <a:defRPr sz="3300" b="1">
                <a:solidFill>
                  <a:srgbClr val="FFFFFF"/>
                </a:solidFill>
              </a:defRPr>
            </a:lvl2pPr>
            <a:lvl3pPr algn="l">
              <a:buNone/>
              <a:defRPr sz="3300" b="1">
                <a:solidFill>
                  <a:srgbClr val="FFFFFF"/>
                </a:solidFill>
              </a:defRPr>
            </a:lvl3pPr>
            <a:lvl4pPr algn="l">
              <a:buNone/>
              <a:defRPr sz="3300" b="1">
                <a:solidFill>
                  <a:srgbClr val="FFFFFF"/>
                </a:solidFill>
              </a:defRPr>
            </a:lvl4pPr>
            <a:lvl5pPr algn="l">
              <a:buNone/>
              <a:defRPr sz="3300" b="1">
                <a:solidFill>
                  <a:srgbClr val="FFFFFF"/>
                </a:solidFill>
              </a:defRPr>
            </a:lvl5pPr>
            <a:lvl6pPr algn="l">
              <a:buNone/>
              <a:defRPr sz="3300" b="1">
                <a:solidFill>
                  <a:srgbClr val="FFFFFF"/>
                </a:solidFill>
              </a:defRPr>
            </a:lvl6pPr>
            <a:lvl7pPr algn="l">
              <a:buNone/>
              <a:defRPr sz="3300" b="1">
                <a:solidFill>
                  <a:srgbClr val="FFFFFF"/>
                </a:solidFill>
              </a:defRPr>
            </a:lvl7pPr>
            <a:lvl8pPr algn="l">
              <a:buNone/>
              <a:defRPr sz="3300" b="1">
                <a:solidFill>
                  <a:srgbClr val="FFFFFF"/>
                </a:solidFill>
              </a:defRPr>
            </a:lvl8pPr>
            <a:lvl9pPr algn="l">
              <a:buNone/>
              <a:defRPr sz="33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系統架構與資料流</a:t>
            </a:r>
            <a:endParaRPr sz="3300" b="1">
              <a:solidFill>
                <a:srgbClr val="FFFFFF"/>
              </a:solidFill>
            </a:endParaRPr>
          </a:p>
        </p:txBody>
      </p:sp>
      <p:sp>
        <p:nvSpPr>
          <p:cNvPr id="2" name="前後台共用 SKU 與資料服務，AI 依配置執行">
            <a:extLst xmlns:a="http://schemas.openxmlformats.org/drawingml/2006/main">
              <a:ext uri="{FF2B5EF4-FFF2-40B4-BE49-F238E27FC236}">
                <a16:creationId xmlns:a16="http://schemas.microsoft.com/office/drawing/2014/main" id="{4E3DBB03-57A0-4813-BB59-CC60300B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B8DCD4"/>
                </a:solidFill>
              </a:defRPr>
            </a:defPPr>
            <a:lvl1pPr algn="l">
              <a:buNone/>
              <a:defRPr sz="1800" b="0">
                <a:solidFill>
                  <a:srgbClr val="B8DCD4"/>
                </a:solidFill>
              </a:defRPr>
            </a:lvl1pPr>
            <a:lvl2pPr algn="l">
              <a:buNone/>
              <a:defRPr sz="1800" b="0">
                <a:solidFill>
                  <a:srgbClr val="B8DCD4"/>
                </a:solidFill>
              </a:defRPr>
            </a:lvl2pPr>
            <a:lvl3pPr algn="l">
              <a:buNone/>
              <a:defRPr sz="1800" b="0">
                <a:solidFill>
                  <a:srgbClr val="B8DCD4"/>
                </a:solidFill>
              </a:defRPr>
            </a:lvl3pPr>
            <a:lvl4pPr algn="l">
              <a:buNone/>
              <a:defRPr sz="1800" b="0">
                <a:solidFill>
                  <a:srgbClr val="B8DCD4"/>
                </a:solidFill>
              </a:defRPr>
            </a:lvl4pPr>
            <a:lvl5pPr algn="l">
              <a:buNone/>
              <a:defRPr sz="1800" b="0">
                <a:solidFill>
                  <a:srgbClr val="B8DCD4"/>
                </a:solidFill>
              </a:defRPr>
            </a:lvl5pPr>
            <a:lvl6pPr algn="l">
              <a:buNone/>
              <a:defRPr sz="1800" b="0">
                <a:solidFill>
                  <a:srgbClr val="B8DCD4"/>
                </a:solidFill>
              </a:defRPr>
            </a:lvl6pPr>
            <a:lvl7pPr algn="l">
              <a:buNone/>
              <a:defRPr sz="1800" b="0">
                <a:solidFill>
                  <a:srgbClr val="B8DCD4"/>
                </a:solidFill>
              </a:defRPr>
            </a:lvl7pPr>
            <a:lvl8pPr algn="l">
              <a:buNone/>
              <a:defRPr sz="1800" b="0">
                <a:solidFill>
                  <a:srgbClr val="B8DCD4"/>
                </a:solidFill>
              </a:defRPr>
            </a:lvl8pPr>
            <a:lvl9pPr algn="l">
              <a:buNone/>
              <a:defRPr sz="1800" b="0">
                <a:solidFill>
                  <a:srgbClr val="B8DCD4"/>
                </a:solidFill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B8DCD4"/>
                </a:solidFill>
              </a:defRPr>
            </a:pPr>
            <a:r>
              <a:rPr sz="1800" b="0">
                <a:solidFill>
                  <a:srgbClr val="B8DCD4"/>
                </a:solidFill>
              </a:rPr>
              <a:t>前後台共用 SKU 與資料服務，AI 依配置執行</a:t>
            </a:r>
            <a:endParaRPr sz="1800" b="0">
              <a:solidFill>
                <a:srgbClr val="B8DCD4"/>
              </a:solidFill>
            </a:endParaRPr>
          </a:p>
        </p:txBody>
      </p:sp>
      <p:sp>
        <p:nvSpPr>
          <p:cNvPr id="3" name="VibeCart AI">
            <a:extLst xmlns:a="http://schemas.openxmlformats.org/drawingml/2006/main">
              <a:ext uri="{FF2B5EF4-FFF2-40B4-BE49-F238E27FC236}">
                <a16:creationId xmlns:a16="http://schemas.microsoft.com/office/drawing/2014/main" id="{11A8C48E-4AD7-4151-84AA-A72F7BB7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BCD9D0"/>
                </a:solidFill>
              </a:defRPr>
            </a:defPPr>
            <a:lvl1pPr algn="l">
              <a:buNone/>
              <a:defRPr sz="1200" b="0">
                <a:solidFill>
                  <a:srgbClr val="BCD9D0"/>
                </a:solidFill>
              </a:defRPr>
            </a:lvl1pPr>
            <a:lvl2pPr algn="l">
              <a:buNone/>
              <a:defRPr sz="1200" b="0">
                <a:solidFill>
                  <a:srgbClr val="BCD9D0"/>
                </a:solidFill>
              </a:defRPr>
            </a:lvl2pPr>
            <a:lvl3pPr algn="l">
              <a:buNone/>
              <a:defRPr sz="1200" b="0">
                <a:solidFill>
                  <a:srgbClr val="BCD9D0"/>
                </a:solidFill>
              </a:defRPr>
            </a:lvl3pPr>
            <a:lvl4pPr algn="l">
              <a:buNone/>
              <a:defRPr sz="1200" b="0">
                <a:solidFill>
                  <a:srgbClr val="BCD9D0"/>
                </a:solidFill>
              </a:defRPr>
            </a:lvl4pPr>
            <a:lvl5pPr algn="l">
              <a:buNone/>
              <a:defRPr sz="1200" b="0">
                <a:solidFill>
                  <a:srgbClr val="BCD9D0"/>
                </a:solidFill>
              </a:defRPr>
            </a:lvl5pPr>
            <a:lvl6pPr algn="l">
              <a:buNone/>
              <a:defRPr sz="1200" b="0">
                <a:solidFill>
                  <a:srgbClr val="BCD9D0"/>
                </a:solidFill>
              </a:defRPr>
            </a:lvl6pPr>
            <a:lvl7pPr algn="l">
              <a:buNone/>
              <a:defRPr sz="1200" b="0">
                <a:solidFill>
                  <a:srgbClr val="BCD9D0"/>
                </a:solidFill>
              </a:defRPr>
            </a:lvl7pPr>
            <a:lvl8pPr algn="l">
              <a:buNone/>
              <a:defRPr sz="1200" b="0">
                <a:solidFill>
                  <a:srgbClr val="BCD9D0"/>
                </a:solidFill>
              </a:defRPr>
            </a:lvl8pPr>
            <a:lvl9pPr algn="l">
              <a:buNone/>
              <a:defRPr sz="1200" b="0">
                <a:solidFill>
                  <a:srgbClr val="BCD9D0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BCD9D0"/>
                </a:solidFill>
              </a:defRPr>
            </a:pPr>
            <a:r>
              <a:rPr sz="1200" b="0">
                <a:solidFill>
                  <a:srgbClr val="BCD9D0"/>
                </a:solidFill>
              </a:rPr>
              <a:t>VibeCart AI</a:t>
            </a:r>
            <a:endParaRPr sz="1200" b="0">
              <a:solidFill>
                <a:srgbClr val="BCD9D0"/>
              </a:solidFill>
            </a:endParaRP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199C3B58-8D35-4EB6-B6EC-8CAC8650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38C5CD"/>
                </a:solidFill>
              </a:defRPr>
            </a:defPPr>
            <a:lvl1pPr algn="l">
              <a:buNone/>
              <a:defRPr sz="1350" b="1">
                <a:solidFill>
                  <a:srgbClr val="38C5CD"/>
                </a:solidFill>
              </a:defRPr>
            </a:lvl1pPr>
            <a:lvl2pPr algn="l">
              <a:buNone/>
              <a:defRPr sz="1350" b="1">
                <a:solidFill>
                  <a:srgbClr val="38C5CD"/>
                </a:solidFill>
              </a:defRPr>
            </a:lvl2pPr>
            <a:lvl3pPr algn="l">
              <a:buNone/>
              <a:defRPr sz="1350" b="1">
                <a:solidFill>
                  <a:srgbClr val="38C5CD"/>
                </a:solidFill>
              </a:defRPr>
            </a:lvl3pPr>
            <a:lvl4pPr algn="l">
              <a:buNone/>
              <a:defRPr sz="1350" b="1">
                <a:solidFill>
                  <a:srgbClr val="38C5CD"/>
                </a:solidFill>
              </a:defRPr>
            </a:lvl4pPr>
            <a:lvl5pPr algn="l">
              <a:buNone/>
              <a:defRPr sz="1350" b="1">
                <a:solidFill>
                  <a:srgbClr val="38C5CD"/>
                </a:solidFill>
              </a:defRPr>
            </a:lvl5pPr>
            <a:lvl6pPr algn="l">
              <a:buNone/>
              <a:defRPr sz="1350" b="1">
                <a:solidFill>
                  <a:srgbClr val="38C5CD"/>
                </a:solidFill>
              </a:defRPr>
            </a:lvl6pPr>
            <a:lvl7pPr algn="l">
              <a:buNone/>
              <a:defRPr sz="1350" b="1">
                <a:solidFill>
                  <a:srgbClr val="38C5CD"/>
                </a:solidFill>
              </a:defRPr>
            </a:lvl7pPr>
            <a:lvl8pPr algn="l">
              <a:buNone/>
              <a:defRPr sz="1350" b="1">
                <a:solidFill>
                  <a:srgbClr val="38C5CD"/>
                </a:solidFill>
              </a:defRPr>
            </a:lvl8pPr>
            <a:lvl9pPr algn="l">
              <a:buNone/>
              <a:defRPr sz="1350" b="1">
                <a:solidFill>
                  <a:srgbClr val="38C5CD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38C5CD"/>
                </a:solidFill>
              </a:defRPr>
            </a:pPr>
            <a:r>
              <a:rPr sz="1350" b="1">
                <a:solidFill>
                  <a:srgbClr val="38C5CD"/>
                </a:solidFill>
              </a:rPr>
              <a:t>03</a:t>
            </a:r>
            <a:endParaRPr sz="1350" b="1">
              <a:solidFill>
                <a:srgbClr val="38C5CD"/>
              </a:solidFill>
            </a:endParaRPr>
          </a:p>
        </p:txBody>
      </p:sp>
      <p:sp>
        <p:nvSpPr>
          <p:cNvPr id="5" name="瀏覽器&#10;VibeCart / VibeInsight">
            <a:extLst xmlns:a="http://schemas.openxmlformats.org/drawingml/2006/main">
              <a:ext uri="{FF2B5EF4-FFF2-40B4-BE49-F238E27FC236}">
                <a16:creationId xmlns:a16="http://schemas.microsoft.com/office/drawing/2014/main" id="{C2137383-7AE2-4B4F-A0F8-CFEEA546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247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4653"/>
          </a:solidFill>
          <a:ln xmlns:a="http://schemas.openxmlformats.org/drawingml/2006/main" w="12383">
            <a:solidFill>
              <a:srgbClr val="467682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buNone/>
              <a:defRPr sz="1800" b="1">
                <a:solidFill>
                  <a:srgbClr val="FFFFFF"/>
                </a:solidFill>
              </a:defRPr>
            </a:lvl1pPr>
            <a:lvl2pPr algn="ctr">
              <a:buNone/>
              <a:defRPr sz="1800" b="1">
                <a:solidFill>
                  <a:srgbClr val="FFFFFF"/>
                </a:solidFill>
              </a:defRPr>
            </a:lvl2pPr>
            <a:lvl3pPr algn="ctr">
              <a:buNone/>
              <a:defRPr sz="1800" b="1">
                <a:solidFill>
                  <a:srgbClr val="FFFFFF"/>
                </a:solidFill>
              </a:defRPr>
            </a:lvl3pPr>
            <a:lvl4pPr algn="ctr">
              <a:buNone/>
              <a:defRPr sz="1800" b="1">
                <a:solidFill>
                  <a:srgbClr val="FFFFFF"/>
                </a:solidFill>
              </a:defRPr>
            </a:lvl4pPr>
            <a:lvl5pPr algn="ctr">
              <a:buNone/>
              <a:defRPr sz="1800" b="1">
                <a:solidFill>
                  <a:srgbClr val="FFFFFF"/>
                </a:solidFill>
              </a:defRPr>
            </a:lvl5pPr>
            <a:lvl6pPr algn="ctr">
              <a:buNone/>
              <a:defRPr sz="1800" b="1">
                <a:solidFill>
                  <a:srgbClr val="FFFFFF"/>
                </a:solidFill>
              </a:defRPr>
            </a:lvl6pPr>
            <a:lvl7pPr algn="ctr">
              <a:buNone/>
              <a:defRPr sz="1800" b="1">
                <a:solidFill>
                  <a:srgbClr val="FFFFFF"/>
                </a:solidFill>
              </a:defRPr>
            </a:lvl7pPr>
            <a:lvl8pPr algn="ctr">
              <a:buNone/>
              <a:defRPr sz="1800" b="1">
                <a:solidFill>
                  <a:srgbClr val="FFFFFF"/>
                </a:solidFill>
              </a:defRPr>
            </a:lvl8pPr>
            <a:lvl9pPr algn="ctr">
              <a:buNone/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瀏覽器</a:t>
            </a:r>
            <a:endParaRPr sz="1800" b="1">
              <a:solidFill>
                <a:srgbClr val="FFFFFF"/>
              </a:solidFill>
            </a:endParaRPr>
          </a:p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VibeCart / VibeInsight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6" name="Flask / Jinja2&#10;路由與畫面">
            <a:extLst xmlns:a="http://schemas.openxmlformats.org/drawingml/2006/main">
              <a:ext uri="{FF2B5EF4-FFF2-40B4-BE49-F238E27FC236}">
                <a16:creationId xmlns:a16="http://schemas.microsoft.com/office/drawing/2014/main" id="{DB0E42CF-3373-4AD7-8E1B-891CAAB1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2190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4653"/>
          </a:solidFill>
          <a:ln xmlns:a="http://schemas.openxmlformats.org/drawingml/2006/main" w="12383">
            <a:solidFill>
              <a:srgbClr val="467682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buNone/>
              <a:defRPr sz="1800" b="1">
                <a:solidFill>
                  <a:srgbClr val="FFFFFF"/>
                </a:solidFill>
              </a:defRPr>
            </a:lvl1pPr>
            <a:lvl2pPr algn="ctr">
              <a:buNone/>
              <a:defRPr sz="1800" b="1">
                <a:solidFill>
                  <a:srgbClr val="FFFFFF"/>
                </a:solidFill>
              </a:defRPr>
            </a:lvl2pPr>
            <a:lvl3pPr algn="ctr">
              <a:buNone/>
              <a:defRPr sz="1800" b="1">
                <a:solidFill>
                  <a:srgbClr val="FFFFFF"/>
                </a:solidFill>
              </a:defRPr>
            </a:lvl3pPr>
            <a:lvl4pPr algn="ctr">
              <a:buNone/>
              <a:defRPr sz="1800" b="1">
                <a:solidFill>
                  <a:srgbClr val="FFFFFF"/>
                </a:solidFill>
              </a:defRPr>
            </a:lvl4pPr>
            <a:lvl5pPr algn="ctr">
              <a:buNone/>
              <a:defRPr sz="1800" b="1">
                <a:solidFill>
                  <a:srgbClr val="FFFFFF"/>
                </a:solidFill>
              </a:defRPr>
            </a:lvl5pPr>
            <a:lvl6pPr algn="ctr">
              <a:buNone/>
              <a:defRPr sz="1800" b="1">
                <a:solidFill>
                  <a:srgbClr val="FFFFFF"/>
                </a:solidFill>
              </a:defRPr>
            </a:lvl6pPr>
            <a:lvl7pPr algn="ctr">
              <a:buNone/>
              <a:defRPr sz="1800" b="1">
                <a:solidFill>
                  <a:srgbClr val="FFFFFF"/>
                </a:solidFill>
              </a:defRPr>
            </a:lvl7pPr>
            <a:lvl8pPr algn="ctr">
              <a:buNone/>
              <a:defRPr sz="1800" b="1">
                <a:solidFill>
                  <a:srgbClr val="FFFFFF"/>
                </a:solidFill>
              </a:defRPr>
            </a:lvl8pPr>
            <a:lvl9pPr algn="ctr">
              <a:buNone/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Flask / Jinja2</a:t>
            </a:r>
            <a:endParaRPr sz="1800" b="1">
              <a:solidFill>
                <a:srgbClr val="FFFFFF"/>
              </a:solidFill>
            </a:endParaRPr>
          </a:p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路由與畫面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7" name="會員與角色 / CSRF">
            <a:extLst xmlns:a="http://schemas.openxmlformats.org/drawingml/2006/main">
              <a:ext uri="{FF2B5EF4-FFF2-40B4-BE49-F238E27FC236}">
                <a16:creationId xmlns:a16="http://schemas.microsoft.com/office/drawing/2014/main" id="{16222DC6-91F7-44A4-9689-83B34C9C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05000"/>
            <a:ext cx="2476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4653"/>
          </a:solidFill>
          <a:ln xmlns:a="http://schemas.openxmlformats.org/drawingml/2006/main" w="12383">
            <a:solidFill>
              <a:srgbClr val="467682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buNone/>
              <a:defRPr sz="1800" b="1">
                <a:solidFill>
                  <a:srgbClr val="FFFFFF"/>
                </a:solidFill>
              </a:defRPr>
            </a:lvl1pPr>
            <a:lvl2pPr algn="ctr">
              <a:buNone/>
              <a:defRPr sz="1800" b="1">
                <a:solidFill>
                  <a:srgbClr val="FFFFFF"/>
                </a:solidFill>
              </a:defRPr>
            </a:lvl2pPr>
            <a:lvl3pPr algn="ctr">
              <a:buNone/>
              <a:defRPr sz="1800" b="1">
                <a:solidFill>
                  <a:srgbClr val="FFFFFF"/>
                </a:solidFill>
              </a:defRPr>
            </a:lvl3pPr>
            <a:lvl4pPr algn="ctr">
              <a:buNone/>
              <a:defRPr sz="1800" b="1">
                <a:solidFill>
                  <a:srgbClr val="FFFFFF"/>
                </a:solidFill>
              </a:defRPr>
            </a:lvl4pPr>
            <a:lvl5pPr algn="ctr">
              <a:buNone/>
              <a:defRPr sz="1800" b="1">
                <a:solidFill>
                  <a:srgbClr val="FFFFFF"/>
                </a:solidFill>
              </a:defRPr>
            </a:lvl5pPr>
            <a:lvl6pPr algn="ctr">
              <a:buNone/>
              <a:defRPr sz="1800" b="1">
                <a:solidFill>
                  <a:srgbClr val="FFFFFF"/>
                </a:solidFill>
              </a:defRPr>
            </a:lvl6pPr>
            <a:lvl7pPr algn="ctr">
              <a:buNone/>
              <a:defRPr sz="1800" b="1">
                <a:solidFill>
                  <a:srgbClr val="FFFFFF"/>
                </a:solidFill>
              </a:defRPr>
            </a:lvl7pPr>
            <a:lvl8pPr algn="ctr">
              <a:buNone/>
              <a:defRPr sz="1800" b="1">
                <a:solidFill>
                  <a:srgbClr val="FFFFFF"/>
                </a:solidFill>
              </a:defRPr>
            </a:lvl8pPr>
            <a:lvl9pPr algn="ctr">
              <a:buNone/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會員與角色 / CSRF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8" name="SKU / 購物車 / 訂單">
            <a:extLst xmlns:a="http://schemas.openxmlformats.org/drawingml/2006/main">
              <a:ext uri="{FF2B5EF4-FFF2-40B4-BE49-F238E27FC236}">
                <a16:creationId xmlns:a16="http://schemas.microsoft.com/office/drawing/2014/main" id="{E6168895-A6E5-4C78-80C4-0735340C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2476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4653"/>
          </a:solidFill>
          <a:ln xmlns:a="http://schemas.openxmlformats.org/drawingml/2006/main" w="12383">
            <a:solidFill>
              <a:srgbClr val="467682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buNone/>
              <a:defRPr sz="1800" b="1">
                <a:solidFill>
                  <a:srgbClr val="FFFFFF"/>
                </a:solidFill>
              </a:defRPr>
            </a:lvl1pPr>
            <a:lvl2pPr algn="ctr">
              <a:buNone/>
              <a:defRPr sz="1800" b="1">
                <a:solidFill>
                  <a:srgbClr val="FFFFFF"/>
                </a:solidFill>
              </a:defRPr>
            </a:lvl2pPr>
            <a:lvl3pPr algn="ctr">
              <a:buNone/>
              <a:defRPr sz="1800" b="1">
                <a:solidFill>
                  <a:srgbClr val="FFFFFF"/>
                </a:solidFill>
              </a:defRPr>
            </a:lvl3pPr>
            <a:lvl4pPr algn="ctr">
              <a:buNone/>
              <a:defRPr sz="1800" b="1">
                <a:solidFill>
                  <a:srgbClr val="FFFFFF"/>
                </a:solidFill>
              </a:defRPr>
            </a:lvl4pPr>
            <a:lvl5pPr algn="ctr">
              <a:buNone/>
              <a:defRPr sz="1800" b="1">
                <a:solidFill>
                  <a:srgbClr val="FFFFFF"/>
                </a:solidFill>
              </a:defRPr>
            </a:lvl5pPr>
            <a:lvl6pPr algn="ctr">
              <a:buNone/>
              <a:defRPr sz="1800" b="1">
                <a:solidFill>
                  <a:srgbClr val="FFFFFF"/>
                </a:solidFill>
              </a:defRPr>
            </a:lvl6pPr>
            <a:lvl7pPr algn="ctr">
              <a:buNone/>
              <a:defRPr sz="1800" b="1">
                <a:solidFill>
                  <a:srgbClr val="FFFFFF"/>
                </a:solidFill>
              </a:defRPr>
            </a:lvl7pPr>
            <a:lvl8pPr algn="ctr">
              <a:buNone/>
              <a:defRPr sz="1800" b="1">
                <a:solidFill>
                  <a:srgbClr val="FFFFFF"/>
                </a:solidFill>
              </a:defRPr>
            </a:lvl8pPr>
            <a:lvl9pPr algn="ctr">
              <a:buNone/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SKU / 購物車 / 訂單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9" name="營運統計 / 推薦服務">
            <a:extLst xmlns:a="http://schemas.openxmlformats.org/drawingml/2006/main">
              <a:ext uri="{FF2B5EF4-FFF2-40B4-BE49-F238E27FC236}">
                <a16:creationId xmlns:a16="http://schemas.microsoft.com/office/drawing/2014/main" id="{5013ED5C-961C-474A-9A98-E4CF43A0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0000"/>
            <a:ext cx="2476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4653"/>
          </a:solidFill>
          <a:ln xmlns:a="http://schemas.openxmlformats.org/drawingml/2006/main" w="12383">
            <a:solidFill>
              <a:srgbClr val="467682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buNone/>
              <a:defRPr sz="1800" b="1">
                <a:solidFill>
                  <a:srgbClr val="FFFFFF"/>
                </a:solidFill>
              </a:defRPr>
            </a:lvl1pPr>
            <a:lvl2pPr algn="ctr">
              <a:buNone/>
              <a:defRPr sz="1800" b="1">
                <a:solidFill>
                  <a:srgbClr val="FFFFFF"/>
                </a:solidFill>
              </a:defRPr>
            </a:lvl2pPr>
            <a:lvl3pPr algn="ctr">
              <a:buNone/>
              <a:defRPr sz="1800" b="1">
                <a:solidFill>
                  <a:srgbClr val="FFFFFF"/>
                </a:solidFill>
              </a:defRPr>
            </a:lvl3pPr>
            <a:lvl4pPr algn="ctr">
              <a:buNone/>
              <a:defRPr sz="1800" b="1">
                <a:solidFill>
                  <a:srgbClr val="FFFFFF"/>
                </a:solidFill>
              </a:defRPr>
            </a:lvl4pPr>
            <a:lvl5pPr algn="ctr">
              <a:buNone/>
              <a:defRPr sz="1800" b="1">
                <a:solidFill>
                  <a:srgbClr val="FFFFFF"/>
                </a:solidFill>
              </a:defRPr>
            </a:lvl5pPr>
            <a:lvl6pPr algn="ctr">
              <a:buNone/>
              <a:defRPr sz="1800" b="1">
                <a:solidFill>
                  <a:srgbClr val="FFFFFF"/>
                </a:solidFill>
              </a:defRPr>
            </a:lvl6pPr>
            <a:lvl7pPr algn="ctr">
              <a:buNone/>
              <a:defRPr sz="1800" b="1">
                <a:solidFill>
                  <a:srgbClr val="FFFFFF"/>
                </a:solidFill>
              </a:defRPr>
            </a:lvl7pPr>
            <a:lvl8pPr algn="ctr">
              <a:buNone/>
              <a:defRPr sz="1800" b="1">
                <a:solidFill>
                  <a:srgbClr val="FFFFFF"/>
                </a:solidFill>
              </a:defRPr>
            </a:lvl8pPr>
            <a:lvl9pPr algn="ctr">
              <a:buNone/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營運統計 / 推薦服務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10" name="LangGraph&#10;BGE / Claude / 規則">
            <a:extLst xmlns:a="http://schemas.openxmlformats.org/drawingml/2006/main">
              <a:ext uri="{FF2B5EF4-FFF2-40B4-BE49-F238E27FC236}">
                <a16:creationId xmlns:a16="http://schemas.microsoft.com/office/drawing/2014/main" id="{B1D9A249-C05A-45E2-8E44-F4490880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57750"/>
            <a:ext cx="24765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4653"/>
          </a:solidFill>
          <a:ln xmlns:a="http://schemas.openxmlformats.org/drawingml/2006/main" w="12383">
            <a:solidFill>
              <a:srgbClr val="467682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buNone/>
              <a:defRPr sz="1800" b="1">
                <a:solidFill>
                  <a:srgbClr val="FFFFFF"/>
                </a:solidFill>
              </a:defRPr>
            </a:lvl1pPr>
            <a:lvl2pPr algn="ctr">
              <a:buNone/>
              <a:defRPr sz="1800" b="1">
                <a:solidFill>
                  <a:srgbClr val="FFFFFF"/>
                </a:solidFill>
              </a:defRPr>
            </a:lvl2pPr>
            <a:lvl3pPr algn="ctr">
              <a:buNone/>
              <a:defRPr sz="1800" b="1">
                <a:solidFill>
                  <a:srgbClr val="FFFFFF"/>
                </a:solidFill>
              </a:defRPr>
            </a:lvl3pPr>
            <a:lvl4pPr algn="ctr">
              <a:buNone/>
              <a:defRPr sz="1800" b="1">
                <a:solidFill>
                  <a:srgbClr val="FFFFFF"/>
                </a:solidFill>
              </a:defRPr>
            </a:lvl4pPr>
            <a:lvl5pPr algn="ctr">
              <a:buNone/>
              <a:defRPr sz="1800" b="1">
                <a:solidFill>
                  <a:srgbClr val="FFFFFF"/>
                </a:solidFill>
              </a:defRPr>
            </a:lvl5pPr>
            <a:lvl6pPr algn="ctr">
              <a:buNone/>
              <a:defRPr sz="1800" b="1">
                <a:solidFill>
                  <a:srgbClr val="FFFFFF"/>
                </a:solidFill>
              </a:defRPr>
            </a:lvl6pPr>
            <a:lvl7pPr algn="ctr">
              <a:buNone/>
              <a:defRPr sz="1800" b="1">
                <a:solidFill>
                  <a:srgbClr val="FFFFFF"/>
                </a:solidFill>
              </a:defRPr>
            </a:lvl7pPr>
            <a:lvl8pPr algn="ctr">
              <a:buNone/>
              <a:defRPr sz="1800" b="1">
                <a:solidFill>
                  <a:srgbClr val="FFFFFF"/>
                </a:solidFill>
              </a:defRPr>
            </a:lvl8pPr>
            <a:lvl9pPr algn="ctr">
              <a:buNone/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LangGraph</a:t>
            </a:r>
            <a:endParaRPr sz="1800" b="1">
              <a:solidFill>
                <a:srgbClr val="FFFFFF"/>
              </a:solidFill>
            </a:endParaRPr>
          </a:p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BGE / Claude / 規則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11" name="MongoDB Atlas&#10;Complete Schema v4">
            <a:extLst xmlns:a="http://schemas.openxmlformats.org/drawingml/2006/main">
              <a:ext uri="{FF2B5EF4-FFF2-40B4-BE49-F238E27FC236}">
                <a16:creationId xmlns:a16="http://schemas.microsoft.com/office/drawing/2014/main" id="{68802E23-3D01-40FC-AD58-C9343A23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857500"/>
            <a:ext cx="2381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4653"/>
          </a:solidFill>
          <a:ln xmlns:a="http://schemas.openxmlformats.org/drawingml/2006/main" w="12383">
            <a:solidFill>
              <a:srgbClr val="467682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buNone/>
              <a:defRPr sz="1800" b="1">
                <a:solidFill>
                  <a:srgbClr val="FFFFFF"/>
                </a:solidFill>
              </a:defRPr>
            </a:lvl1pPr>
            <a:lvl2pPr algn="ctr">
              <a:buNone/>
              <a:defRPr sz="1800" b="1">
                <a:solidFill>
                  <a:srgbClr val="FFFFFF"/>
                </a:solidFill>
              </a:defRPr>
            </a:lvl2pPr>
            <a:lvl3pPr algn="ctr">
              <a:buNone/>
              <a:defRPr sz="1800" b="1">
                <a:solidFill>
                  <a:srgbClr val="FFFFFF"/>
                </a:solidFill>
              </a:defRPr>
            </a:lvl3pPr>
            <a:lvl4pPr algn="ctr">
              <a:buNone/>
              <a:defRPr sz="1800" b="1">
                <a:solidFill>
                  <a:srgbClr val="FFFFFF"/>
                </a:solidFill>
              </a:defRPr>
            </a:lvl4pPr>
            <a:lvl5pPr algn="ctr">
              <a:buNone/>
              <a:defRPr sz="1800" b="1">
                <a:solidFill>
                  <a:srgbClr val="FFFFFF"/>
                </a:solidFill>
              </a:defRPr>
            </a:lvl5pPr>
            <a:lvl6pPr algn="ctr">
              <a:buNone/>
              <a:defRPr sz="1800" b="1">
                <a:solidFill>
                  <a:srgbClr val="FFFFFF"/>
                </a:solidFill>
              </a:defRPr>
            </a:lvl6pPr>
            <a:lvl7pPr algn="ctr">
              <a:buNone/>
              <a:defRPr sz="1800" b="1">
                <a:solidFill>
                  <a:srgbClr val="FFFFFF"/>
                </a:solidFill>
              </a:defRPr>
            </a:lvl7pPr>
            <a:lvl8pPr algn="ctr">
              <a:buNone/>
              <a:defRPr sz="1800" b="1">
                <a:solidFill>
                  <a:srgbClr val="FFFFFF"/>
                </a:solidFill>
              </a:defRPr>
            </a:lvl8pPr>
            <a:lvl9pPr algn="ctr">
              <a:buNone/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MongoDB Atlas</a:t>
            </a:r>
            <a:endParaRPr sz="1800" b="1">
              <a:solidFill>
                <a:srgbClr val="FFFFFF"/>
              </a:solidFill>
            </a:endParaRPr>
          </a:p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Complete Schema v4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19" name="部署：Firebase Hosting　／　Clou">
            <a:extLst xmlns:a="http://schemas.openxmlformats.org/drawingml/2006/main">
              <a:ext uri="{FF2B5EF4-FFF2-40B4-BE49-F238E27FC236}">
                <a16:creationId xmlns:a16="http://schemas.microsoft.com/office/drawing/2014/main" id="{99AD14E0-D827-4B00-99F2-392E74FB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436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B8DCD4"/>
                </a:solidFill>
              </a:defRPr>
            </a:defPPr>
            <a:lvl1pPr algn="l">
              <a:buNone/>
              <a:defRPr sz="1725" b="0">
                <a:solidFill>
                  <a:srgbClr val="B8DCD4"/>
                </a:solidFill>
              </a:defRPr>
            </a:lvl1pPr>
            <a:lvl2pPr algn="l">
              <a:buNone/>
              <a:defRPr sz="1725" b="0">
                <a:solidFill>
                  <a:srgbClr val="B8DCD4"/>
                </a:solidFill>
              </a:defRPr>
            </a:lvl2pPr>
            <a:lvl3pPr algn="l">
              <a:buNone/>
              <a:defRPr sz="1725" b="0">
                <a:solidFill>
                  <a:srgbClr val="B8DCD4"/>
                </a:solidFill>
              </a:defRPr>
            </a:lvl3pPr>
            <a:lvl4pPr algn="l">
              <a:buNone/>
              <a:defRPr sz="1725" b="0">
                <a:solidFill>
                  <a:srgbClr val="B8DCD4"/>
                </a:solidFill>
              </a:defRPr>
            </a:lvl4pPr>
            <a:lvl5pPr algn="l">
              <a:buNone/>
              <a:defRPr sz="1725" b="0">
                <a:solidFill>
                  <a:srgbClr val="B8DCD4"/>
                </a:solidFill>
              </a:defRPr>
            </a:lvl5pPr>
            <a:lvl6pPr algn="l">
              <a:buNone/>
              <a:defRPr sz="1725" b="0">
                <a:solidFill>
                  <a:srgbClr val="B8DCD4"/>
                </a:solidFill>
              </a:defRPr>
            </a:lvl6pPr>
            <a:lvl7pPr algn="l">
              <a:buNone/>
              <a:defRPr sz="1725" b="0">
                <a:solidFill>
                  <a:srgbClr val="B8DCD4"/>
                </a:solidFill>
              </a:defRPr>
            </a:lvl7pPr>
            <a:lvl8pPr algn="l">
              <a:buNone/>
              <a:defRPr sz="1725" b="0">
                <a:solidFill>
                  <a:srgbClr val="B8DCD4"/>
                </a:solidFill>
              </a:defRPr>
            </a:lvl8pPr>
            <a:lvl9pPr algn="l">
              <a:buNone/>
              <a:defRPr sz="1725" b="0">
                <a:solidFill>
                  <a:srgbClr val="B8DCD4"/>
                </a:solidFill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B8DCD4"/>
                </a:solidFill>
              </a:defRPr>
            </a:pPr>
            <a:r>
              <a:rPr sz="1725" b="0">
                <a:solidFill>
                  <a:srgbClr val="B8DCD4"/>
                </a:solidFill>
              </a:rPr>
              <a:t>部署：Firebase Hosting　／　Cloud Run + Gunicorn　／　Secret Manager</a:t>
            </a:r>
            <a:endParaRPr sz="1725" b="0">
              <a:solidFill>
                <a:srgbClr val="B8DCD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09746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資料模型與測試資料">
            <a:extLst xmlns:a="http://schemas.openxmlformats.org/drawingml/2006/main">
              <a:ext uri="{FF2B5EF4-FFF2-40B4-BE49-F238E27FC236}">
                <a16:creationId xmlns:a16="http://schemas.microsoft.com/office/drawing/2014/main" id="{40435CD4-2661-4E4C-97BD-1B444822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42E"/>
                </a:solidFill>
              </a:defRPr>
            </a:defPPr>
            <a:lvl1pPr algn="l">
              <a:buNone/>
              <a:defRPr sz="3300" b="1">
                <a:solidFill>
                  <a:srgbClr val="17342E"/>
                </a:solidFill>
              </a:defRPr>
            </a:lvl1pPr>
            <a:lvl2pPr algn="l">
              <a:buNone/>
              <a:defRPr sz="3300" b="1">
                <a:solidFill>
                  <a:srgbClr val="17342E"/>
                </a:solidFill>
              </a:defRPr>
            </a:lvl2pPr>
            <a:lvl3pPr algn="l">
              <a:buNone/>
              <a:defRPr sz="3300" b="1">
                <a:solidFill>
                  <a:srgbClr val="17342E"/>
                </a:solidFill>
              </a:defRPr>
            </a:lvl3pPr>
            <a:lvl4pPr algn="l">
              <a:buNone/>
              <a:defRPr sz="3300" b="1">
                <a:solidFill>
                  <a:srgbClr val="17342E"/>
                </a:solidFill>
              </a:defRPr>
            </a:lvl4pPr>
            <a:lvl5pPr algn="l">
              <a:buNone/>
              <a:defRPr sz="3300" b="1">
                <a:solidFill>
                  <a:srgbClr val="17342E"/>
                </a:solidFill>
              </a:defRPr>
            </a:lvl5pPr>
            <a:lvl6pPr algn="l">
              <a:buNone/>
              <a:defRPr sz="3300" b="1">
                <a:solidFill>
                  <a:srgbClr val="17342E"/>
                </a:solidFill>
              </a:defRPr>
            </a:lvl6pPr>
            <a:lvl7pPr algn="l">
              <a:buNone/>
              <a:defRPr sz="3300" b="1">
                <a:solidFill>
                  <a:srgbClr val="17342E"/>
                </a:solidFill>
              </a:defRPr>
            </a:lvl7pPr>
            <a:lvl8pPr algn="l">
              <a:buNone/>
              <a:defRPr sz="3300" b="1">
                <a:solidFill>
                  <a:srgbClr val="17342E"/>
                </a:solidFill>
              </a:defRPr>
            </a:lvl8pPr>
            <a:lvl9pPr algn="l">
              <a:buNone/>
              <a:defRPr sz="3300" b="1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42E"/>
                </a:solidFill>
              </a:defRPr>
            </a:pPr>
            <a:r>
              <a:rPr sz="3300" b="1">
                <a:solidFill>
                  <a:srgbClr val="17342E"/>
                </a:solidFill>
              </a:rPr>
              <a:t>資料模型與測試資料</a:t>
            </a:r>
            <a:endParaRPr sz="3300" b="1">
              <a:solidFill>
                <a:srgbClr val="17342E"/>
              </a:solidFill>
            </a:endParaRPr>
          </a:p>
        </p:txBody>
      </p:sp>
      <p:sp>
        <p:nvSpPr>
          <p:cNvPr id="2" name="商品與 SKU 分離，訂單保留明細與示範標記">
            <a:extLst xmlns:a="http://schemas.openxmlformats.org/drawingml/2006/main">
              <a:ext uri="{FF2B5EF4-FFF2-40B4-BE49-F238E27FC236}">
                <a16:creationId xmlns:a16="http://schemas.microsoft.com/office/drawing/2014/main" id="{B6B1A8A9-B809-40A8-995B-CE3D6CB3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36760"/>
                </a:solidFill>
              </a:defRPr>
            </a:defPPr>
            <a:lvl1pPr algn="l">
              <a:buNone/>
              <a:defRPr sz="1800" b="0">
                <a:solidFill>
                  <a:srgbClr val="536760"/>
                </a:solidFill>
              </a:defRPr>
            </a:lvl1pPr>
            <a:lvl2pPr algn="l">
              <a:buNone/>
              <a:defRPr sz="1800" b="0">
                <a:solidFill>
                  <a:srgbClr val="536760"/>
                </a:solidFill>
              </a:defRPr>
            </a:lvl2pPr>
            <a:lvl3pPr algn="l">
              <a:buNone/>
              <a:defRPr sz="1800" b="0">
                <a:solidFill>
                  <a:srgbClr val="536760"/>
                </a:solidFill>
              </a:defRPr>
            </a:lvl3pPr>
            <a:lvl4pPr algn="l">
              <a:buNone/>
              <a:defRPr sz="1800" b="0">
                <a:solidFill>
                  <a:srgbClr val="536760"/>
                </a:solidFill>
              </a:defRPr>
            </a:lvl4pPr>
            <a:lvl5pPr algn="l">
              <a:buNone/>
              <a:defRPr sz="1800" b="0">
                <a:solidFill>
                  <a:srgbClr val="536760"/>
                </a:solidFill>
              </a:defRPr>
            </a:lvl5pPr>
            <a:lvl6pPr algn="l">
              <a:buNone/>
              <a:defRPr sz="1800" b="0">
                <a:solidFill>
                  <a:srgbClr val="536760"/>
                </a:solidFill>
              </a:defRPr>
            </a:lvl6pPr>
            <a:lvl7pPr algn="l">
              <a:buNone/>
              <a:defRPr sz="1800" b="0">
                <a:solidFill>
                  <a:srgbClr val="536760"/>
                </a:solidFill>
              </a:defRPr>
            </a:lvl7pPr>
            <a:lvl8pPr algn="l">
              <a:buNone/>
              <a:defRPr sz="1800" b="0">
                <a:solidFill>
                  <a:srgbClr val="536760"/>
                </a:solidFill>
              </a:defRPr>
            </a:lvl8pPr>
            <a:lvl9pPr algn="l">
              <a:buNone/>
              <a:defRPr sz="18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36760"/>
                </a:solidFill>
              </a:defRPr>
            </a:pPr>
            <a:r>
              <a:rPr sz="1800" b="0">
                <a:solidFill>
                  <a:srgbClr val="536760"/>
                </a:solidFill>
              </a:rPr>
              <a:t>商品與 SKU 分離，訂單保留明細與示範標記</a:t>
            </a:r>
            <a:endParaRPr sz="1800" b="0">
              <a:solidFill>
                <a:srgbClr val="536760"/>
              </a:solidFill>
            </a:endParaRPr>
          </a:p>
        </p:txBody>
      </p:sp>
      <p:sp>
        <p:nvSpPr>
          <p:cNvPr id="3" name="VibeCart AI">
            <a:extLst xmlns:a="http://schemas.openxmlformats.org/drawingml/2006/main">
              <a:ext uri="{FF2B5EF4-FFF2-40B4-BE49-F238E27FC236}">
                <a16:creationId xmlns:a16="http://schemas.microsoft.com/office/drawing/2014/main" id="{9F08F3BA-1653-473A-9842-14BD9329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36760"/>
                </a:solidFill>
              </a:defRPr>
            </a:defPPr>
            <a:lvl1pPr algn="l">
              <a:buNone/>
              <a:defRPr sz="1200" b="0">
                <a:solidFill>
                  <a:srgbClr val="536760"/>
                </a:solidFill>
              </a:defRPr>
            </a:lvl1pPr>
            <a:lvl2pPr algn="l">
              <a:buNone/>
              <a:defRPr sz="1200" b="0">
                <a:solidFill>
                  <a:srgbClr val="536760"/>
                </a:solidFill>
              </a:defRPr>
            </a:lvl2pPr>
            <a:lvl3pPr algn="l">
              <a:buNone/>
              <a:defRPr sz="1200" b="0">
                <a:solidFill>
                  <a:srgbClr val="536760"/>
                </a:solidFill>
              </a:defRPr>
            </a:lvl3pPr>
            <a:lvl4pPr algn="l">
              <a:buNone/>
              <a:defRPr sz="1200" b="0">
                <a:solidFill>
                  <a:srgbClr val="536760"/>
                </a:solidFill>
              </a:defRPr>
            </a:lvl4pPr>
            <a:lvl5pPr algn="l">
              <a:buNone/>
              <a:defRPr sz="1200" b="0">
                <a:solidFill>
                  <a:srgbClr val="536760"/>
                </a:solidFill>
              </a:defRPr>
            </a:lvl5pPr>
            <a:lvl6pPr algn="l">
              <a:buNone/>
              <a:defRPr sz="1200" b="0">
                <a:solidFill>
                  <a:srgbClr val="536760"/>
                </a:solidFill>
              </a:defRPr>
            </a:lvl6pPr>
            <a:lvl7pPr algn="l">
              <a:buNone/>
              <a:defRPr sz="1200" b="0">
                <a:solidFill>
                  <a:srgbClr val="536760"/>
                </a:solidFill>
              </a:defRPr>
            </a:lvl7pPr>
            <a:lvl8pPr algn="l">
              <a:buNone/>
              <a:defRPr sz="1200" b="0">
                <a:solidFill>
                  <a:srgbClr val="536760"/>
                </a:solidFill>
              </a:defRPr>
            </a:lvl8pPr>
            <a:lvl9pPr algn="l">
              <a:buNone/>
              <a:defRPr sz="12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36760"/>
                </a:solidFill>
              </a:defRPr>
            </a:pPr>
            <a:r>
              <a:rPr sz="1200" b="0">
                <a:solidFill>
                  <a:srgbClr val="536760"/>
                </a:solidFill>
              </a:rPr>
              <a:t>VibeCart AI</a:t>
            </a:r>
            <a:endParaRPr sz="1200" b="0">
              <a:solidFill>
                <a:srgbClr val="536760"/>
              </a:solidFill>
            </a:endParaRP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2A27E2A6-4431-45DE-BCF9-5784390F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14634B"/>
                </a:solidFill>
              </a:defRPr>
            </a:defPPr>
            <a:lvl1pPr algn="l">
              <a:buNone/>
              <a:defRPr sz="1350" b="1">
                <a:solidFill>
                  <a:srgbClr val="14634B"/>
                </a:solidFill>
              </a:defRPr>
            </a:lvl1pPr>
            <a:lvl2pPr algn="l">
              <a:buNone/>
              <a:defRPr sz="1350" b="1">
                <a:solidFill>
                  <a:srgbClr val="14634B"/>
                </a:solidFill>
              </a:defRPr>
            </a:lvl2pPr>
            <a:lvl3pPr algn="l">
              <a:buNone/>
              <a:defRPr sz="1350" b="1">
                <a:solidFill>
                  <a:srgbClr val="14634B"/>
                </a:solidFill>
              </a:defRPr>
            </a:lvl3pPr>
            <a:lvl4pPr algn="l">
              <a:buNone/>
              <a:defRPr sz="1350" b="1">
                <a:solidFill>
                  <a:srgbClr val="14634B"/>
                </a:solidFill>
              </a:defRPr>
            </a:lvl4pPr>
            <a:lvl5pPr algn="l">
              <a:buNone/>
              <a:defRPr sz="1350" b="1">
                <a:solidFill>
                  <a:srgbClr val="14634B"/>
                </a:solidFill>
              </a:defRPr>
            </a:lvl5pPr>
            <a:lvl6pPr algn="l">
              <a:buNone/>
              <a:defRPr sz="1350" b="1">
                <a:solidFill>
                  <a:srgbClr val="14634B"/>
                </a:solidFill>
              </a:defRPr>
            </a:lvl6pPr>
            <a:lvl7pPr algn="l">
              <a:buNone/>
              <a:defRPr sz="1350" b="1">
                <a:solidFill>
                  <a:srgbClr val="14634B"/>
                </a:solidFill>
              </a:defRPr>
            </a:lvl7pPr>
            <a:lvl8pPr algn="l">
              <a:buNone/>
              <a:defRPr sz="1350" b="1">
                <a:solidFill>
                  <a:srgbClr val="14634B"/>
                </a:solidFill>
              </a:defRPr>
            </a:lvl8pPr>
            <a:lvl9pPr algn="l">
              <a:buNone/>
              <a:defRPr sz="13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14634B"/>
                </a:solidFill>
              </a:defRPr>
            </a:pPr>
            <a:r>
              <a:rPr sz="1350" b="1">
                <a:solidFill>
                  <a:srgbClr val="14634B"/>
                </a:solidFill>
              </a:rPr>
              <a:t>04</a:t>
            </a:r>
            <a:endParaRPr sz="1350" b="1">
              <a:solidFill>
                <a:srgbClr val="14634B"/>
              </a:solidFill>
            </a:endParaRPr>
          </a:p>
        </p:txBody>
      </p:sp>
      <p:sp>
        <p:nvSpPr>
          <p:cNvPr id="5" name="336">
            <a:extLst xmlns:a="http://schemas.openxmlformats.org/drawingml/2006/main">
              <a:ext uri="{FF2B5EF4-FFF2-40B4-BE49-F238E27FC236}">
                <a16:creationId xmlns:a16="http://schemas.microsoft.com/office/drawing/2014/main" id="{0C460A61-2DF7-4A1B-A629-11D9D46F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66900"/>
            <a:ext cx="3286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650" b="1">
                <a:solidFill>
                  <a:srgbClr val="14634B"/>
                </a:solidFill>
              </a:defRPr>
            </a:defPPr>
            <a:lvl1pPr algn="l">
              <a:buNone/>
              <a:defRPr sz="4650" b="1">
                <a:solidFill>
                  <a:srgbClr val="14634B"/>
                </a:solidFill>
              </a:defRPr>
            </a:lvl1pPr>
            <a:lvl2pPr algn="l">
              <a:buNone/>
              <a:defRPr sz="4650" b="1">
                <a:solidFill>
                  <a:srgbClr val="14634B"/>
                </a:solidFill>
              </a:defRPr>
            </a:lvl2pPr>
            <a:lvl3pPr algn="l">
              <a:buNone/>
              <a:defRPr sz="4650" b="1">
                <a:solidFill>
                  <a:srgbClr val="14634B"/>
                </a:solidFill>
              </a:defRPr>
            </a:lvl3pPr>
            <a:lvl4pPr algn="l">
              <a:buNone/>
              <a:defRPr sz="4650" b="1">
                <a:solidFill>
                  <a:srgbClr val="14634B"/>
                </a:solidFill>
              </a:defRPr>
            </a:lvl4pPr>
            <a:lvl5pPr algn="l">
              <a:buNone/>
              <a:defRPr sz="4650" b="1">
                <a:solidFill>
                  <a:srgbClr val="14634B"/>
                </a:solidFill>
              </a:defRPr>
            </a:lvl5pPr>
            <a:lvl6pPr algn="l">
              <a:buNone/>
              <a:defRPr sz="4650" b="1">
                <a:solidFill>
                  <a:srgbClr val="14634B"/>
                </a:solidFill>
              </a:defRPr>
            </a:lvl6pPr>
            <a:lvl7pPr algn="l">
              <a:buNone/>
              <a:defRPr sz="4650" b="1">
                <a:solidFill>
                  <a:srgbClr val="14634B"/>
                </a:solidFill>
              </a:defRPr>
            </a:lvl7pPr>
            <a:lvl8pPr algn="l">
              <a:buNone/>
              <a:defRPr sz="4650" b="1">
                <a:solidFill>
                  <a:srgbClr val="14634B"/>
                </a:solidFill>
              </a:defRPr>
            </a:lvl8pPr>
            <a:lvl9pPr algn="l">
              <a:buNone/>
              <a:defRPr sz="46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4650" b="1">
                <a:solidFill>
                  <a:srgbClr val="14634B"/>
                </a:solidFill>
              </a:defRPr>
            </a:pPr>
            <a:r>
              <a:rPr sz="4650" b="1">
                <a:solidFill>
                  <a:srgbClr val="14634B"/>
                </a:solidFill>
              </a:rPr>
              <a:t>336</a:t>
            </a:r>
            <a:endParaRPr sz="4650" b="1">
              <a:solidFill>
                <a:srgbClr val="14634B"/>
              </a:solidFill>
            </a:endParaRPr>
          </a:p>
        </p:txBody>
      </p:sp>
      <p:sp>
        <p:nvSpPr>
          <p:cNvPr id="6" name="有效商品與 SKU">
            <a:extLst xmlns:a="http://schemas.openxmlformats.org/drawingml/2006/main">
              <a:ext uri="{FF2B5EF4-FFF2-40B4-BE49-F238E27FC236}">
                <a16:creationId xmlns:a16="http://schemas.microsoft.com/office/drawing/2014/main" id="{40E6468E-D17A-451B-9F92-C8DF8692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3286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536760"/>
                </a:solidFill>
              </a:defRPr>
            </a:defPPr>
            <a:lvl1pPr algn="l">
              <a:buNone/>
              <a:defRPr sz="1875" b="0">
                <a:solidFill>
                  <a:srgbClr val="536760"/>
                </a:solidFill>
              </a:defRPr>
            </a:lvl1pPr>
            <a:lvl2pPr algn="l">
              <a:buNone/>
              <a:defRPr sz="1875" b="0">
                <a:solidFill>
                  <a:srgbClr val="536760"/>
                </a:solidFill>
              </a:defRPr>
            </a:lvl2pPr>
            <a:lvl3pPr algn="l">
              <a:buNone/>
              <a:defRPr sz="1875" b="0">
                <a:solidFill>
                  <a:srgbClr val="536760"/>
                </a:solidFill>
              </a:defRPr>
            </a:lvl3pPr>
            <a:lvl4pPr algn="l">
              <a:buNone/>
              <a:defRPr sz="1875" b="0">
                <a:solidFill>
                  <a:srgbClr val="536760"/>
                </a:solidFill>
              </a:defRPr>
            </a:lvl4pPr>
            <a:lvl5pPr algn="l">
              <a:buNone/>
              <a:defRPr sz="1875" b="0">
                <a:solidFill>
                  <a:srgbClr val="536760"/>
                </a:solidFill>
              </a:defRPr>
            </a:lvl5pPr>
            <a:lvl6pPr algn="l">
              <a:buNone/>
              <a:defRPr sz="1875" b="0">
                <a:solidFill>
                  <a:srgbClr val="536760"/>
                </a:solidFill>
              </a:defRPr>
            </a:lvl6pPr>
            <a:lvl7pPr algn="l">
              <a:buNone/>
              <a:defRPr sz="1875" b="0">
                <a:solidFill>
                  <a:srgbClr val="536760"/>
                </a:solidFill>
              </a:defRPr>
            </a:lvl7pPr>
            <a:lvl8pPr algn="l">
              <a:buNone/>
              <a:defRPr sz="1875" b="0">
                <a:solidFill>
                  <a:srgbClr val="536760"/>
                </a:solidFill>
              </a:defRPr>
            </a:lvl8pPr>
            <a:lvl9pPr algn="l">
              <a:buNone/>
              <a:defRPr sz="1875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36760"/>
                </a:solidFill>
              </a:defRPr>
            </a:pPr>
            <a:r>
              <a:rPr sz="1875" b="0">
                <a:solidFill>
                  <a:srgbClr val="536760"/>
                </a:solidFill>
              </a:rPr>
              <a:t>有效商品與 SKU</a:t>
            </a:r>
            <a:endParaRPr sz="1875" b="0">
              <a:solidFill>
                <a:srgbClr val="536760"/>
              </a:solidFill>
            </a:endParaRPr>
          </a:p>
        </p:txBody>
      </p:sp>
      <p:sp>
        <p:nvSpPr>
          <p:cNvPr id="7" name="3,000">
            <a:extLst xmlns:a="http://schemas.openxmlformats.org/drawingml/2006/main">
              <a:ext uri="{FF2B5EF4-FFF2-40B4-BE49-F238E27FC236}">
                <a16:creationId xmlns:a16="http://schemas.microsoft.com/office/drawing/2014/main" id="{1B5577A7-E34A-48C9-AD73-74F53C23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66900"/>
            <a:ext cx="3286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650" b="1">
                <a:solidFill>
                  <a:srgbClr val="14634B"/>
                </a:solidFill>
              </a:defRPr>
            </a:defPPr>
            <a:lvl1pPr algn="l">
              <a:buNone/>
              <a:defRPr sz="4650" b="1">
                <a:solidFill>
                  <a:srgbClr val="14634B"/>
                </a:solidFill>
              </a:defRPr>
            </a:lvl1pPr>
            <a:lvl2pPr algn="l">
              <a:buNone/>
              <a:defRPr sz="4650" b="1">
                <a:solidFill>
                  <a:srgbClr val="14634B"/>
                </a:solidFill>
              </a:defRPr>
            </a:lvl2pPr>
            <a:lvl3pPr algn="l">
              <a:buNone/>
              <a:defRPr sz="4650" b="1">
                <a:solidFill>
                  <a:srgbClr val="14634B"/>
                </a:solidFill>
              </a:defRPr>
            </a:lvl3pPr>
            <a:lvl4pPr algn="l">
              <a:buNone/>
              <a:defRPr sz="4650" b="1">
                <a:solidFill>
                  <a:srgbClr val="14634B"/>
                </a:solidFill>
              </a:defRPr>
            </a:lvl4pPr>
            <a:lvl5pPr algn="l">
              <a:buNone/>
              <a:defRPr sz="4650" b="1">
                <a:solidFill>
                  <a:srgbClr val="14634B"/>
                </a:solidFill>
              </a:defRPr>
            </a:lvl5pPr>
            <a:lvl6pPr algn="l">
              <a:buNone/>
              <a:defRPr sz="4650" b="1">
                <a:solidFill>
                  <a:srgbClr val="14634B"/>
                </a:solidFill>
              </a:defRPr>
            </a:lvl6pPr>
            <a:lvl7pPr algn="l">
              <a:buNone/>
              <a:defRPr sz="4650" b="1">
                <a:solidFill>
                  <a:srgbClr val="14634B"/>
                </a:solidFill>
              </a:defRPr>
            </a:lvl7pPr>
            <a:lvl8pPr algn="l">
              <a:buNone/>
              <a:defRPr sz="4650" b="1">
                <a:solidFill>
                  <a:srgbClr val="14634B"/>
                </a:solidFill>
              </a:defRPr>
            </a:lvl8pPr>
            <a:lvl9pPr algn="l">
              <a:buNone/>
              <a:defRPr sz="46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4650" b="1">
                <a:solidFill>
                  <a:srgbClr val="14634B"/>
                </a:solidFill>
              </a:defRPr>
            </a:pPr>
            <a:r>
              <a:rPr sz="4650" b="1">
                <a:solidFill>
                  <a:srgbClr val="14634B"/>
                </a:solidFill>
              </a:rPr>
              <a:t>3,000</a:t>
            </a:r>
            <a:endParaRPr sz="4650" b="1">
              <a:solidFill>
                <a:srgbClr val="14634B"/>
              </a:solidFill>
            </a:endParaRPr>
          </a:p>
        </p:txBody>
      </p:sp>
      <p:sp>
        <p:nvSpPr>
          <p:cNvPr id="8" name="D1～D3 合成訂單">
            <a:extLst xmlns:a="http://schemas.openxmlformats.org/drawingml/2006/main">
              <a:ext uri="{FF2B5EF4-FFF2-40B4-BE49-F238E27FC236}">
                <a16:creationId xmlns:a16="http://schemas.microsoft.com/office/drawing/2014/main" id="{1A97C45E-A9F9-46A0-8E09-C11000A3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86050"/>
            <a:ext cx="3286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536760"/>
                </a:solidFill>
              </a:defRPr>
            </a:defPPr>
            <a:lvl1pPr algn="l">
              <a:buNone/>
              <a:defRPr sz="1875" b="0">
                <a:solidFill>
                  <a:srgbClr val="536760"/>
                </a:solidFill>
              </a:defRPr>
            </a:lvl1pPr>
            <a:lvl2pPr algn="l">
              <a:buNone/>
              <a:defRPr sz="1875" b="0">
                <a:solidFill>
                  <a:srgbClr val="536760"/>
                </a:solidFill>
              </a:defRPr>
            </a:lvl2pPr>
            <a:lvl3pPr algn="l">
              <a:buNone/>
              <a:defRPr sz="1875" b="0">
                <a:solidFill>
                  <a:srgbClr val="536760"/>
                </a:solidFill>
              </a:defRPr>
            </a:lvl3pPr>
            <a:lvl4pPr algn="l">
              <a:buNone/>
              <a:defRPr sz="1875" b="0">
                <a:solidFill>
                  <a:srgbClr val="536760"/>
                </a:solidFill>
              </a:defRPr>
            </a:lvl4pPr>
            <a:lvl5pPr algn="l">
              <a:buNone/>
              <a:defRPr sz="1875" b="0">
                <a:solidFill>
                  <a:srgbClr val="536760"/>
                </a:solidFill>
              </a:defRPr>
            </a:lvl5pPr>
            <a:lvl6pPr algn="l">
              <a:buNone/>
              <a:defRPr sz="1875" b="0">
                <a:solidFill>
                  <a:srgbClr val="536760"/>
                </a:solidFill>
              </a:defRPr>
            </a:lvl6pPr>
            <a:lvl7pPr algn="l">
              <a:buNone/>
              <a:defRPr sz="1875" b="0">
                <a:solidFill>
                  <a:srgbClr val="536760"/>
                </a:solidFill>
              </a:defRPr>
            </a:lvl7pPr>
            <a:lvl8pPr algn="l">
              <a:buNone/>
              <a:defRPr sz="1875" b="0">
                <a:solidFill>
                  <a:srgbClr val="536760"/>
                </a:solidFill>
              </a:defRPr>
            </a:lvl8pPr>
            <a:lvl9pPr algn="l">
              <a:buNone/>
              <a:defRPr sz="1875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36760"/>
                </a:solidFill>
              </a:defRPr>
            </a:pPr>
            <a:r>
              <a:rPr sz="1875" b="0">
                <a:solidFill>
                  <a:srgbClr val="536760"/>
                </a:solidFill>
              </a:rPr>
              <a:t>D1～D3 合成訂單</a:t>
            </a:r>
            <a:endParaRPr sz="1875" b="0">
              <a:solidFill>
                <a:srgbClr val="536760"/>
              </a:solidFill>
            </a:endParaRPr>
          </a:p>
        </p:txBody>
      </p:sp>
      <p:sp>
        <p:nvSpPr>
          <p:cNvPr id="9" name="8,969">
            <a:extLst xmlns:a="http://schemas.openxmlformats.org/drawingml/2006/main">
              <a:ext uri="{FF2B5EF4-FFF2-40B4-BE49-F238E27FC236}">
                <a16:creationId xmlns:a16="http://schemas.microsoft.com/office/drawing/2014/main" id="{E091151B-77FC-418E-A0DB-002A512F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866900"/>
            <a:ext cx="3286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650" b="1">
                <a:solidFill>
                  <a:srgbClr val="14634B"/>
                </a:solidFill>
              </a:defRPr>
            </a:defPPr>
            <a:lvl1pPr algn="l">
              <a:buNone/>
              <a:defRPr sz="4650" b="1">
                <a:solidFill>
                  <a:srgbClr val="14634B"/>
                </a:solidFill>
              </a:defRPr>
            </a:lvl1pPr>
            <a:lvl2pPr algn="l">
              <a:buNone/>
              <a:defRPr sz="4650" b="1">
                <a:solidFill>
                  <a:srgbClr val="14634B"/>
                </a:solidFill>
              </a:defRPr>
            </a:lvl2pPr>
            <a:lvl3pPr algn="l">
              <a:buNone/>
              <a:defRPr sz="4650" b="1">
                <a:solidFill>
                  <a:srgbClr val="14634B"/>
                </a:solidFill>
              </a:defRPr>
            </a:lvl3pPr>
            <a:lvl4pPr algn="l">
              <a:buNone/>
              <a:defRPr sz="4650" b="1">
                <a:solidFill>
                  <a:srgbClr val="14634B"/>
                </a:solidFill>
              </a:defRPr>
            </a:lvl4pPr>
            <a:lvl5pPr algn="l">
              <a:buNone/>
              <a:defRPr sz="4650" b="1">
                <a:solidFill>
                  <a:srgbClr val="14634B"/>
                </a:solidFill>
              </a:defRPr>
            </a:lvl5pPr>
            <a:lvl6pPr algn="l">
              <a:buNone/>
              <a:defRPr sz="4650" b="1">
                <a:solidFill>
                  <a:srgbClr val="14634B"/>
                </a:solidFill>
              </a:defRPr>
            </a:lvl6pPr>
            <a:lvl7pPr algn="l">
              <a:buNone/>
              <a:defRPr sz="4650" b="1">
                <a:solidFill>
                  <a:srgbClr val="14634B"/>
                </a:solidFill>
              </a:defRPr>
            </a:lvl7pPr>
            <a:lvl8pPr algn="l">
              <a:buNone/>
              <a:defRPr sz="4650" b="1">
                <a:solidFill>
                  <a:srgbClr val="14634B"/>
                </a:solidFill>
              </a:defRPr>
            </a:lvl8pPr>
            <a:lvl9pPr algn="l">
              <a:buNone/>
              <a:defRPr sz="46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4650" b="1">
                <a:solidFill>
                  <a:srgbClr val="14634B"/>
                </a:solidFill>
              </a:defRPr>
            </a:pPr>
            <a:r>
              <a:rPr sz="4650" b="1">
                <a:solidFill>
                  <a:srgbClr val="14634B"/>
                </a:solidFill>
              </a:rPr>
              <a:t>8,969</a:t>
            </a:r>
            <a:endParaRPr sz="4650" b="1">
              <a:solidFill>
                <a:srgbClr val="14634B"/>
              </a:solidFill>
            </a:endParaRPr>
          </a:p>
        </p:txBody>
      </p:sp>
      <p:sp>
        <p:nvSpPr>
          <p:cNvPr id="10" name="對應訂單明細">
            <a:extLst xmlns:a="http://schemas.openxmlformats.org/drawingml/2006/main">
              <a:ext uri="{FF2B5EF4-FFF2-40B4-BE49-F238E27FC236}">
                <a16:creationId xmlns:a16="http://schemas.microsoft.com/office/drawing/2014/main" id="{D00E3DBF-1AA7-42EF-AF2F-5FAFE166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686050"/>
            <a:ext cx="3286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536760"/>
                </a:solidFill>
              </a:defRPr>
            </a:defPPr>
            <a:lvl1pPr algn="l">
              <a:buNone/>
              <a:defRPr sz="1875" b="0">
                <a:solidFill>
                  <a:srgbClr val="536760"/>
                </a:solidFill>
              </a:defRPr>
            </a:lvl1pPr>
            <a:lvl2pPr algn="l">
              <a:buNone/>
              <a:defRPr sz="1875" b="0">
                <a:solidFill>
                  <a:srgbClr val="536760"/>
                </a:solidFill>
              </a:defRPr>
            </a:lvl2pPr>
            <a:lvl3pPr algn="l">
              <a:buNone/>
              <a:defRPr sz="1875" b="0">
                <a:solidFill>
                  <a:srgbClr val="536760"/>
                </a:solidFill>
              </a:defRPr>
            </a:lvl3pPr>
            <a:lvl4pPr algn="l">
              <a:buNone/>
              <a:defRPr sz="1875" b="0">
                <a:solidFill>
                  <a:srgbClr val="536760"/>
                </a:solidFill>
              </a:defRPr>
            </a:lvl4pPr>
            <a:lvl5pPr algn="l">
              <a:buNone/>
              <a:defRPr sz="1875" b="0">
                <a:solidFill>
                  <a:srgbClr val="536760"/>
                </a:solidFill>
              </a:defRPr>
            </a:lvl5pPr>
            <a:lvl6pPr algn="l">
              <a:buNone/>
              <a:defRPr sz="1875" b="0">
                <a:solidFill>
                  <a:srgbClr val="536760"/>
                </a:solidFill>
              </a:defRPr>
            </a:lvl6pPr>
            <a:lvl7pPr algn="l">
              <a:buNone/>
              <a:defRPr sz="1875" b="0">
                <a:solidFill>
                  <a:srgbClr val="536760"/>
                </a:solidFill>
              </a:defRPr>
            </a:lvl7pPr>
            <a:lvl8pPr algn="l">
              <a:buNone/>
              <a:defRPr sz="1875" b="0">
                <a:solidFill>
                  <a:srgbClr val="536760"/>
                </a:solidFill>
              </a:defRPr>
            </a:lvl8pPr>
            <a:lvl9pPr algn="l">
              <a:buNone/>
              <a:defRPr sz="1875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36760"/>
                </a:solidFill>
              </a:defRPr>
            </a:pPr>
            <a:r>
              <a:rPr sz="1875" b="0">
                <a:solidFill>
                  <a:srgbClr val="536760"/>
                </a:solidFill>
              </a:rPr>
              <a:t>對應訂單明細</a:t>
            </a:r>
            <a:endParaRPr sz="1875" b="0">
              <a:solidFill>
                <a:srgbClr val="536760"/>
              </a:solidFill>
            </a:endParaRPr>
          </a:p>
        </p:txBody>
      </p:sp>
      <p:graphicFrame>
        <p:nvGraphicFramePr>
          <p:cNvPr id="11" name="表格 10">
            <a:extLst xmlns:a="http://schemas.openxmlformats.org/drawingml/2006/main">
              <a:ext uri="{FF2B5EF4-FFF2-40B4-BE49-F238E27FC236}">
                <a16:creationId xmlns:a16="http://schemas.microsoft.com/office/drawing/2014/main" id="{70593691-202C-471B-A039-CAE642A0E7ED}"/>
              </a:ext>
            </a:extLst>
          </p:cNvPr>
          <p:cNvGraphicFramePr/>
          <p:nvPr/>
        </p:nvGraphicFramePr>
        <p:xfrm>
          <a:off xmlns:a="http://schemas.openxmlformats.org/drawingml/2006/main" x="619125" y="3238500"/>
          <a:ext xmlns:a="http://schemas.openxmlformats.org/drawingml/2006/main" cx="10953750" cy="2238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7334250"/>
              </a:tblGrid>
              <a:tr h="4476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資料群</a:t>
                      </a:r>
                      <a:endParaRPr sz="1800" b="1">
                        <a:solidFill>
                          <a:srgbClr val="FFFFFF"/>
                        </a:solidFill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T w="9525">
                      <a:solidFill>
                        <a:srgbClr val="D5DED6"/>
                      </a:solidFill>
                    </a:lnT>
                    <a:lnB w="9525">
                      <a:solidFill>
                        <a:srgbClr val="D5DED6"/>
                      </a:solidFill>
                    </a:lnB>
                    <a:solidFill>
                      <a:srgbClr val="1463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關聯與用途</a:t>
                      </a:r>
                      <a:endParaRPr sz="1800" b="1">
                        <a:solidFill>
                          <a:srgbClr val="FFFFFF"/>
                        </a:solidFill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5DED6"/>
                      </a:solidFill>
                    </a:lnR>
                    <a:lnT w="9525">
                      <a:solidFill>
                        <a:srgbClr val="D5DED6"/>
                      </a:solidFill>
                    </a:lnT>
                    <a:lnB w="9525">
                      <a:solidFill>
                        <a:srgbClr val="D5DED6"/>
                      </a:solidFill>
                    </a:lnB>
                    <a:solidFill>
                      <a:srgbClr val="14634B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products / product_skus</a:t>
                      </a:r>
                      <a:endParaRPr sz="1725" b="0">
                        <a:solidFill>
                          <a:srgbClr val="17342E"/>
                        </a:solidFill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一項商品對應規格、價格與庫存</a:t>
                      </a:r>
                      <a:endParaRPr sz="1725" b="0">
                        <a:solidFill>
                          <a:srgbClr val="17342E"/>
                        </a:solidFill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users / carts</a:t>
                      </a:r>
                      <a:endParaRPr sz="1725" b="0">
                        <a:solidFill>
                          <a:srgbClr val="17342E"/>
                        </a:solidFill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EC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會員登入與持久購物車</a:t>
                      </a:r>
                      <a:endParaRPr sz="1725" b="0">
                        <a:solidFill>
                          <a:srgbClr val="17342E"/>
                        </a:solidFill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ECF1EC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orders / order_items</a:t>
                      </a:r>
                      <a:endParaRPr sz="1725" b="0">
                        <a:solidFill>
                          <a:srgbClr val="17342E"/>
                        </a:solidFill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訂單主檔、商品快照與金額</a:t>
                      </a:r>
                      <a:endParaRPr sz="1725" b="0">
                        <a:solidFill>
                          <a:srgbClr val="17342E"/>
                        </a:solidFill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behavior_events</a:t>
                      </a:r>
                      <a:endParaRPr sz="1725" b="0">
                        <a:solidFill>
                          <a:srgbClr val="17342E"/>
                        </a:solidFill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EC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搜尋、瀏覽、加購及購買事件</a:t>
                      </a:r>
                      <a:endParaRPr sz="1725" b="0">
                        <a:solidFill>
                          <a:srgbClr val="17342E"/>
                        </a:solidFill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ECF1EC"/>
                    </a:solidFill>
                  </a:tcPr>
                </a:tc>
              </a:tr>
            </a:tbl>
          </a:graphicData>
        </a:graphic>
      </p:graphicFrame>
      <p:sp>
        <p:nvSpPr>
          <p:cNvPr id="12" name="D4：1,240 筆合成事件已驗證；四類事件各 31">
            <a:extLst xmlns:a="http://schemas.openxmlformats.org/drawingml/2006/main">
              <a:ext uri="{FF2B5EF4-FFF2-40B4-BE49-F238E27FC236}">
                <a16:creationId xmlns:a16="http://schemas.microsoft.com/office/drawing/2014/main" id="{E9E4A037-67DD-48A5-B111-6F97B91B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2930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1">
                <a:solidFill>
                  <a:srgbClr val="14634B"/>
                </a:solidFill>
              </a:defRPr>
            </a:defPPr>
            <a:lvl1pPr algn="l">
              <a:buNone/>
              <a:defRPr sz="1950" b="1">
                <a:solidFill>
                  <a:srgbClr val="14634B"/>
                </a:solidFill>
              </a:defRPr>
            </a:lvl1pPr>
            <a:lvl2pPr algn="l">
              <a:buNone/>
              <a:defRPr sz="1950" b="1">
                <a:solidFill>
                  <a:srgbClr val="14634B"/>
                </a:solidFill>
              </a:defRPr>
            </a:lvl2pPr>
            <a:lvl3pPr algn="l">
              <a:buNone/>
              <a:defRPr sz="1950" b="1">
                <a:solidFill>
                  <a:srgbClr val="14634B"/>
                </a:solidFill>
              </a:defRPr>
            </a:lvl3pPr>
            <a:lvl4pPr algn="l">
              <a:buNone/>
              <a:defRPr sz="1950" b="1">
                <a:solidFill>
                  <a:srgbClr val="14634B"/>
                </a:solidFill>
              </a:defRPr>
            </a:lvl4pPr>
            <a:lvl5pPr algn="l">
              <a:buNone/>
              <a:defRPr sz="1950" b="1">
                <a:solidFill>
                  <a:srgbClr val="14634B"/>
                </a:solidFill>
              </a:defRPr>
            </a:lvl5pPr>
            <a:lvl6pPr algn="l">
              <a:buNone/>
              <a:defRPr sz="1950" b="1">
                <a:solidFill>
                  <a:srgbClr val="14634B"/>
                </a:solidFill>
              </a:defRPr>
            </a:lvl6pPr>
            <a:lvl7pPr algn="l">
              <a:buNone/>
              <a:defRPr sz="1950" b="1">
                <a:solidFill>
                  <a:srgbClr val="14634B"/>
                </a:solidFill>
              </a:defRPr>
            </a:lvl7pPr>
            <a:lvl8pPr algn="l">
              <a:buNone/>
              <a:defRPr sz="1950" b="1">
                <a:solidFill>
                  <a:srgbClr val="14634B"/>
                </a:solidFill>
              </a:defRPr>
            </a:lvl8pPr>
            <a:lvl9pPr algn="l">
              <a:buNone/>
              <a:defRPr sz="19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4634B"/>
                </a:solidFill>
              </a:defRPr>
            </a:pPr>
            <a:r>
              <a:rPr sz="1950" b="1">
                <a:solidFill>
                  <a:srgbClr val="14634B"/>
                </a:solidFill>
              </a:rPr>
              <a:t>D4：1,240 筆合成事件已驗證；四類事件各 310 筆，重送新增 0</a:t>
            </a:r>
            <a:endParaRPr sz="1950" b="1">
              <a:solidFill>
                <a:srgbClr val="14634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64543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商品搜尋與 SKU 一致性">
            <a:extLst xmlns:a="http://schemas.openxmlformats.org/drawingml/2006/main">
              <a:ext uri="{FF2B5EF4-FFF2-40B4-BE49-F238E27FC236}">
                <a16:creationId xmlns:a16="http://schemas.microsoft.com/office/drawing/2014/main" id="{C63B51EA-2B78-4151-A801-A712DFF5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42E"/>
                </a:solidFill>
              </a:defRPr>
            </a:defPPr>
            <a:lvl1pPr algn="l">
              <a:buNone/>
              <a:defRPr sz="3300" b="1">
                <a:solidFill>
                  <a:srgbClr val="17342E"/>
                </a:solidFill>
              </a:defRPr>
            </a:lvl1pPr>
            <a:lvl2pPr algn="l">
              <a:buNone/>
              <a:defRPr sz="3300" b="1">
                <a:solidFill>
                  <a:srgbClr val="17342E"/>
                </a:solidFill>
              </a:defRPr>
            </a:lvl2pPr>
            <a:lvl3pPr algn="l">
              <a:buNone/>
              <a:defRPr sz="3300" b="1">
                <a:solidFill>
                  <a:srgbClr val="17342E"/>
                </a:solidFill>
              </a:defRPr>
            </a:lvl3pPr>
            <a:lvl4pPr algn="l">
              <a:buNone/>
              <a:defRPr sz="3300" b="1">
                <a:solidFill>
                  <a:srgbClr val="17342E"/>
                </a:solidFill>
              </a:defRPr>
            </a:lvl4pPr>
            <a:lvl5pPr algn="l">
              <a:buNone/>
              <a:defRPr sz="3300" b="1">
                <a:solidFill>
                  <a:srgbClr val="17342E"/>
                </a:solidFill>
              </a:defRPr>
            </a:lvl5pPr>
            <a:lvl6pPr algn="l">
              <a:buNone/>
              <a:defRPr sz="3300" b="1">
                <a:solidFill>
                  <a:srgbClr val="17342E"/>
                </a:solidFill>
              </a:defRPr>
            </a:lvl6pPr>
            <a:lvl7pPr algn="l">
              <a:buNone/>
              <a:defRPr sz="3300" b="1">
                <a:solidFill>
                  <a:srgbClr val="17342E"/>
                </a:solidFill>
              </a:defRPr>
            </a:lvl7pPr>
            <a:lvl8pPr algn="l">
              <a:buNone/>
              <a:defRPr sz="3300" b="1">
                <a:solidFill>
                  <a:srgbClr val="17342E"/>
                </a:solidFill>
              </a:defRPr>
            </a:lvl8pPr>
            <a:lvl9pPr algn="l">
              <a:buNone/>
              <a:defRPr sz="3300" b="1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42E"/>
                </a:solidFill>
              </a:defRPr>
            </a:pPr>
            <a:r>
              <a:rPr sz="3300" b="1">
                <a:solidFill>
                  <a:srgbClr val="17342E"/>
                </a:solidFill>
              </a:rPr>
              <a:t>商品搜尋與 SKU 一致性</a:t>
            </a:r>
            <a:endParaRPr sz="3300" b="1">
              <a:solidFill>
                <a:srgbClr val="17342E"/>
              </a:solidFill>
            </a:endParaRPr>
          </a:p>
        </p:txBody>
      </p:sp>
      <p:sp>
        <p:nvSpPr>
          <p:cNvPr id="2" name="商品畫面、價格與可購庫存使用同一份 SKU 資料">
            <a:extLst xmlns:a="http://schemas.openxmlformats.org/drawingml/2006/main">
              <a:ext uri="{FF2B5EF4-FFF2-40B4-BE49-F238E27FC236}">
                <a16:creationId xmlns:a16="http://schemas.microsoft.com/office/drawing/2014/main" id="{640CACBD-E607-41AF-BC40-9B3D40AA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36760"/>
                </a:solidFill>
              </a:defRPr>
            </a:defPPr>
            <a:lvl1pPr algn="l">
              <a:buNone/>
              <a:defRPr sz="1800" b="0">
                <a:solidFill>
                  <a:srgbClr val="536760"/>
                </a:solidFill>
              </a:defRPr>
            </a:lvl1pPr>
            <a:lvl2pPr algn="l">
              <a:buNone/>
              <a:defRPr sz="1800" b="0">
                <a:solidFill>
                  <a:srgbClr val="536760"/>
                </a:solidFill>
              </a:defRPr>
            </a:lvl2pPr>
            <a:lvl3pPr algn="l">
              <a:buNone/>
              <a:defRPr sz="1800" b="0">
                <a:solidFill>
                  <a:srgbClr val="536760"/>
                </a:solidFill>
              </a:defRPr>
            </a:lvl3pPr>
            <a:lvl4pPr algn="l">
              <a:buNone/>
              <a:defRPr sz="1800" b="0">
                <a:solidFill>
                  <a:srgbClr val="536760"/>
                </a:solidFill>
              </a:defRPr>
            </a:lvl4pPr>
            <a:lvl5pPr algn="l">
              <a:buNone/>
              <a:defRPr sz="1800" b="0">
                <a:solidFill>
                  <a:srgbClr val="536760"/>
                </a:solidFill>
              </a:defRPr>
            </a:lvl5pPr>
            <a:lvl6pPr algn="l">
              <a:buNone/>
              <a:defRPr sz="1800" b="0">
                <a:solidFill>
                  <a:srgbClr val="536760"/>
                </a:solidFill>
              </a:defRPr>
            </a:lvl6pPr>
            <a:lvl7pPr algn="l">
              <a:buNone/>
              <a:defRPr sz="1800" b="0">
                <a:solidFill>
                  <a:srgbClr val="536760"/>
                </a:solidFill>
              </a:defRPr>
            </a:lvl7pPr>
            <a:lvl8pPr algn="l">
              <a:buNone/>
              <a:defRPr sz="1800" b="0">
                <a:solidFill>
                  <a:srgbClr val="536760"/>
                </a:solidFill>
              </a:defRPr>
            </a:lvl8pPr>
            <a:lvl9pPr algn="l">
              <a:buNone/>
              <a:defRPr sz="18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36760"/>
                </a:solidFill>
              </a:defRPr>
            </a:pPr>
            <a:r>
              <a:rPr sz="1800" b="0">
                <a:solidFill>
                  <a:srgbClr val="536760"/>
                </a:solidFill>
              </a:rPr>
              <a:t>商品畫面、價格與可購庫存使用同一份 SKU 資料</a:t>
            </a:r>
            <a:endParaRPr sz="1800" b="0">
              <a:solidFill>
                <a:srgbClr val="536760"/>
              </a:solidFill>
            </a:endParaRPr>
          </a:p>
        </p:txBody>
      </p:sp>
      <p:sp>
        <p:nvSpPr>
          <p:cNvPr id="3" name="VibeCart AI">
            <a:extLst xmlns:a="http://schemas.openxmlformats.org/drawingml/2006/main">
              <a:ext uri="{FF2B5EF4-FFF2-40B4-BE49-F238E27FC236}">
                <a16:creationId xmlns:a16="http://schemas.microsoft.com/office/drawing/2014/main" id="{80AED36F-BBA9-427C-AA09-3990EB75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36760"/>
                </a:solidFill>
              </a:defRPr>
            </a:defPPr>
            <a:lvl1pPr algn="l">
              <a:buNone/>
              <a:defRPr sz="1200" b="0">
                <a:solidFill>
                  <a:srgbClr val="536760"/>
                </a:solidFill>
              </a:defRPr>
            </a:lvl1pPr>
            <a:lvl2pPr algn="l">
              <a:buNone/>
              <a:defRPr sz="1200" b="0">
                <a:solidFill>
                  <a:srgbClr val="536760"/>
                </a:solidFill>
              </a:defRPr>
            </a:lvl2pPr>
            <a:lvl3pPr algn="l">
              <a:buNone/>
              <a:defRPr sz="1200" b="0">
                <a:solidFill>
                  <a:srgbClr val="536760"/>
                </a:solidFill>
              </a:defRPr>
            </a:lvl3pPr>
            <a:lvl4pPr algn="l">
              <a:buNone/>
              <a:defRPr sz="1200" b="0">
                <a:solidFill>
                  <a:srgbClr val="536760"/>
                </a:solidFill>
              </a:defRPr>
            </a:lvl4pPr>
            <a:lvl5pPr algn="l">
              <a:buNone/>
              <a:defRPr sz="1200" b="0">
                <a:solidFill>
                  <a:srgbClr val="536760"/>
                </a:solidFill>
              </a:defRPr>
            </a:lvl5pPr>
            <a:lvl6pPr algn="l">
              <a:buNone/>
              <a:defRPr sz="1200" b="0">
                <a:solidFill>
                  <a:srgbClr val="536760"/>
                </a:solidFill>
              </a:defRPr>
            </a:lvl6pPr>
            <a:lvl7pPr algn="l">
              <a:buNone/>
              <a:defRPr sz="1200" b="0">
                <a:solidFill>
                  <a:srgbClr val="536760"/>
                </a:solidFill>
              </a:defRPr>
            </a:lvl7pPr>
            <a:lvl8pPr algn="l">
              <a:buNone/>
              <a:defRPr sz="1200" b="0">
                <a:solidFill>
                  <a:srgbClr val="536760"/>
                </a:solidFill>
              </a:defRPr>
            </a:lvl8pPr>
            <a:lvl9pPr algn="l">
              <a:buNone/>
              <a:defRPr sz="12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36760"/>
                </a:solidFill>
              </a:defRPr>
            </a:pPr>
            <a:r>
              <a:rPr sz="1200" b="0">
                <a:solidFill>
                  <a:srgbClr val="536760"/>
                </a:solidFill>
              </a:rPr>
              <a:t>VibeCart AI</a:t>
            </a:r>
            <a:endParaRPr sz="1200" b="0">
              <a:solidFill>
                <a:srgbClr val="536760"/>
              </a:solidFill>
            </a:endParaRP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27F4EAD4-E52D-41EA-BE50-D8C6BDC4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14634B"/>
                </a:solidFill>
              </a:defRPr>
            </a:defPPr>
            <a:lvl1pPr algn="l">
              <a:buNone/>
              <a:defRPr sz="1350" b="1">
                <a:solidFill>
                  <a:srgbClr val="14634B"/>
                </a:solidFill>
              </a:defRPr>
            </a:lvl1pPr>
            <a:lvl2pPr algn="l">
              <a:buNone/>
              <a:defRPr sz="1350" b="1">
                <a:solidFill>
                  <a:srgbClr val="14634B"/>
                </a:solidFill>
              </a:defRPr>
            </a:lvl2pPr>
            <a:lvl3pPr algn="l">
              <a:buNone/>
              <a:defRPr sz="1350" b="1">
                <a:solidFill>
                  <a:srgbClr val="14634B"/>
                </a:solidFill>
              </a:defRPr>
            </a:lvl3pPr>
            <a:lvl4pPr algn="l">
              <a:buNone/>
              <a:defRPr sz="1350" b="1">
                <a:solidFill>
                  <a:srgbClr val="14634B"/>
                </a:solidFill>
              </a:defRPr>
            </a:lvl4pPr>
            <a:lvl5pPr algn="l">
              <a:buNone/>
              <a:defRPr sz="1350" b="1">
                <a:solidFill>
                  <a:srgbClr val="14634B"/>
                </a:solidFill>
              </a:defRPr>
            </a:lvl5pPr>
            <a:lvl6pPr algn="l">
              <a:buNone/>
              <a:defRPr sz="1350" b="1">
                <a:solidFill>
                  <a:srgbClr val="14634B"/>
                </a:solidFill>
              </a:defRPr>
            </a:lvl6pPr>
            <a:lvl7pPr algn="l">
              <a:buNone/>
              <a:defRPr sz="1350" b="1">
                <a:solidFill>
                  <a:srgbClr val="14634B"/>
                </a:solidFill>
              </a:defRPr>
            </a:lvl7pPr>
            <a:lvl8pPr algn="l">
              <a:buNone/>
              <a:defRPr sz="1350" b="1">
                <a:solidFill>
                  <a:srgbClr val="14634B"/>
                </a:solidFill>
              </a:defRPr>
            </a:lvl8pPr>
            <a:lvl9pPr algn="l">
              <a:buNone/>
              <a:defRPr sz="13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14634B"/>
                </a:solidFill>
              </a:defRPr>
            </a:pPr>
            <a:r>
              <a:rPr sz="1350" b="1">
                <a:solidFill>
                  <a:srgbClr val="14634B"/>
                </a:solidFill>
              </a:rPr>
              <a:t>05</a:t>
            </a:r>
            <a:endParaRPr sz="1350" b="1">
              <a:solidFill>
                <a:srgbClr val="14634B"/>
              </a:solidFill>
            </a:endParaRPr>
          </a:p>
        </p:txBody>
      </p:sp>
      <p:sp>
        <p:nvSpPr>
          <p:cNvPr id="5" name="搜尋與分類">
            <a:extLst xmlns:a="http://schemas.openxmlformats.org/drawingml/2006/main">
              <a:ext uri="{FF2B5EF4-FFF2-40B4-BE49-F238E27FC236}">
                <a16:creationId xmlns:a16="http://schemas.microsoft.com/office/drawing/2014/main" id="{1C09515E-0E1F-4C73-AFF6-85AFE6F7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8597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4634B"/>
                </a:solidFill>
              </a:defRPr>
            </a:defPPr>
            <a:lvl1pPr algn="l">
              <a:buNone/>
              <a:defRPr sz="2400" b="1">
                <a:solidFill>
                  <a:srgbClr val="14634B"/>
                </a:solidFill>
              </a:defRPr>
            </a:lvl1pPr>
            <a:lvl2pPr algn="l">
              <a:buNone/>
              <a:defRPr sz="2400" b="1">
                <a:solidFill>
                  <a:srgbClr val="14634B"/>
                </a:solidFill>
              </a:defRPr>
            </a:lvl2pPr>
            <a:lvl3pPr algn="l">
              <a:buNone/>
              <a:defRPr sz="2400" b="1">
                <a:solidFill>
                  <a:srgbClr val="14634B"/>
                </a:solidFill>
              </a:defRPr>
            </a:lvl3pPr>
            <a:lvl4pPr algn="l">
              <a:buNone/>
              <a:defRPr sz="2400" b="1">
                <a:solidFill>
                  <a:srgbClr val="14634B"/>
                </a:solidFill>
              </a:defRPr>
            </a:lvl4pPr>
            <a:lvl5pPr algn="l">
              <a:buNone/>
              <a:defRPr sz="2400" b="1">
                <a:solidFill>
                  <a:srgbClr val="14634B"/>
                </a:solidFill>
              </a:defRPr>
            </a:lvl5pPr>
            <a:lvl6pPr algn="l">
              <a:buNone/>
              <a:defRPr sz="2400" b="1">
                <a:solidFill>
                  <a:srgbClr val="14634B"/>
                </a:solidFill>
              </a:defRPr>
            </a:lvl6pPr>
            <a:lvl7pPr algn="l">
              <a:buNone/>
              <a:defRPr sz="2400" b="1">
                <a:solidFill>
                  <a:srgbClr val="14634B"/>
                </a:solidFill>
              </a:defRPr>
            </a:lvl7pPr>
            <a:lvl8pPr algn="l">
              <a:buNone/>
              <a:defRPr sz="2400" b="1">
                <a:solidFill>
                  <a:srgbClr val="14634B"/>
                </a:solidFill>
              </a:defRPr>
            </a:lvl8pPr>
            <a:lvl9pPr algn="l">
              <a:buNone/>
              <a:defRPr sz="240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14634B"/>
                </a:solidFill>
              </a:defRPr>
            </a:pPr>
            <a:r>
              <a:rPr sz="2400" b="1">
                <a:solidFill>
                  <a:srgbClr val="14634B"/>
                </a:solidFill>
              </a:rPr>
              <a:t>搜尋與分類</a:t>
            </a:r>
            <a:endParaRPr sz="2400" b="1">
              <a:solidFill>
                <a:srgbClr val="14634B"/>
              </a:solidFill>
            </a:endParaRPr>
          </a:p>
        </p:txBody>
      </p:sp>
      <p:sp>
        <p:nvSpPr>
          <p:cNvPr id="6" name="關鍵字、分類與分頁&#10;無結果時提供清楚提示">
            <a:extLst xmlns:a="http://schemas.openxmlformats.org/drawingml/2006/main">
              <a:ext uri="{FF2B5EF4-FFF2-40B4-BE49-F238E27FC236}">
                <a16:creationId xmlns:a16="http://schemas.microsoft.com/office/drawing/2014/main" id="{763C1A61-AD92-41CE-82FA-ED972C00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28900"/>
            <a:ext cx="3857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17342E"/>
                </a:solidFill>
              </a:defRPr>
            </a:defPPr>
            <a:lvl1pPr algn="l">
              <a:buNone/>
              <a:defRPr sz="2025" b="0">
                <a:solidFill>
                  <a:srgbClr val="17342E"/>
                </a:solidFill>
              </a:defRPr>
            </a:lvl1pPr>
            <a:lvl2pPr algn="l">
              <a:buNone/>
              <a:defRPr sz="2025" b="0">
                <a:solidFill>
                  <a:srgbClr val="17342E"/>
                </a:solidFill>
              </a:defRPr>
            </a:lvl2pPr>
            <a:lvl3pPr algn="l">
              <a:buNone/>
              <a:defRPr sz="2025" b="0">
                <a:solidFill>
                  <a:srgbClr val="17342E"/>
                </a:solidFill>
              </a:defRPr>
            </a:lvl3pPr>
            <a:lvl4pPr algn="l">
              <a:buNone/>
              <a:defRPr sz="2025" b="0">
                <a:solidFill>
                  <a:srgbClr val="17342E"/>
                </a:solidFill>
              </a:defRPr>
            </a:lvl4pPr>
            <a:lvl5pPr algn="l">
              <a:buNone/>
              <a:defRPr sz="2025" b="0">
                <a:solidFill>
                  <a:srgbClr val="17342E"/>
                </a:solidFill>
              </a:defRPr>
            </a:lvl5pPr>
            <a:lvl6pPr algn="l">
              <a:buNone/>
              <a:defRPr sz="2025" b="0">
                <a:solidFill>
                  <a:srgbClr val="17342E"/>
                </a:solidFill>
              </a:defRPr>
            </a:lvl6pPr>
            <a:lvl7pPr algn="l">
              <a:buNone/>
              <a:defRPr sz="2025" b="0">
                <a:solidFill>
                  <a:srgbClr val="17342E"/>
                </a:solidFill>
              </a:defRPr>
            </a:lvl7pPr>
            <a:lvl8pPr algn="l">
              <a:buNone/>
              <a:defRPr sz="2025" b="0">
                <a:solidFill>
                  <a:srgbClr val="17342E"/>
                </a:solidFill>
              </a:defRPr>
            </a:lvl8pPr>
            <a:lvl9pPr algn="l">
              <a:buNone/>
              <a:defRPr sz="2025" b="0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關鍵字、分類與分頁</a:t>
            </a:r>
            <a:endParaRPr sz="2025" b="0">
              <a:solidFill>
                <a:srgbClr val="17342E"/>
              </a:solidFill>
            </a:endParaRPr>
          </a:p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無結果時提供清楚提示</a:t>
            </a:r>
            <a:endParaRPr sz="2025" b="0">
              <a:solidFill>
                <a:srgbClr val="17342E"/>
              </a:solidFill>
            </a:endParaRPr>
          </a:p>
        </p:txBody>
      </p:sp>
      <p:sp>
        <p:nvSpPr>
          <p:cNvPr id="7" name="商品與規格核對">
            <a:extLst xmlns:a="http://schemas.openxmlformats.org/drawingml/2006/main">
              <a:ext uri="{FF2B5EF4-FFF2-40B4-BE49-F238E27FC236}">
                <a16:creationId xmlns:a16="http://schemas.microsoft.com/office/drawing/2014/main" id="{B8DB9645-70AE-4229-B247-689AFECB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6240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4634B"/>
                </a:solidFill>
              </a:defRPr>
            </a:defPPr>
            <a:lvl1pPr algn="l">
              <a:buNone/>
              <a:defRPr sz="2400" b="1">
                <a:solidFill>
                  <a:srgbClr val="14634B"/>
                </a:solidFill>
              </a:defRPr>
            </a:lvl1pPr>
            <a:lvl2pPr algn="l">
              <a:buNone/>
              <a:defRPr sz="2400" b="1">
                <a:solidFill>
                  <a:srgbClr val="14634B"/>
                </a:solidFill>
              </a:defRPr>
            </a:lvl2pPr>
            <a:lvl3pPr algn="l">
              <a:buNone/>
              <a:defRPr sz="2400" b="1">
                <a:solidFill>
                  <a:srgbClr val="14634B"/>
                </a:solidFill>
              </a:defRPr>
            </a:lvl3pPr>
            <a:lvl4pPr algn="l">
              <a:buNone/>
              <a:defRPr sz="2400" b="1">
                <a:solidFill>
                  <a:srgbClr val="14634B"/>
                </a:solidFill>
              </a:defRPr>
            </a:lvl4pPr>
            <a:lvl5pPr algn="l">
              <a:buNone/>
              <a:defRPr sz="2400" b="1">
                <a:solidFill>
                  <a:srgbClr val="14634B"/>
                </a:solidFill>
              </a:defRPr>
            </a:lvl5pPr>
            <a:lvl6pPr algn="l">
              <a:buNone/>
              <a:defRPr sz="2400" b="1">
                <a:solidFill>
                  <a:srgbClr val="14634B"/>
                </a:solidFill>
              </a:defRPr>
            </a:lvl6pPr>
            <a:lvl7pPr algn="l">
              <a:buNone/>
              <a:defRPr sz="2400" b="1">
                <a:solidFill>
                  <a:srgbClr val="14634B"/>
                </a:solidFill>
              </a:defRPr>
            </a:lvl7pPr>
            <a:lvl8pPr algn="l">
              <a:buNone/>
              <a:defRPr sz="2400" b="1">
                <a:solidFill>
                  <a:srgbClr val="14634B"/>
                </a:solidFill>
              </a:defRPr>
            </a:lvl8pPr>
            <a:lvl9pPr algn="l">
              <a:buNone/>
              <a:defRPr sz="240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14634B"/>
                </a:solidFill>
              </a:defRPr>
            </a:pPr>
            <a:r>
              <a:rPr sz="2400" b="1">
                <a:solidFill>
                  <a:srgbClr val="14634B"/>
                </a:solidFill>
              </a:rPr>
              <a:t>商品與規格核對</a:t>
            </a:r>
            <a:endParaRPr sz="2400" b="1">
              <a:solidFill>
                <a:srgbClr val="14634B"/>
              </a:solidFill>
            </a:endParaRPr>
          </a:p>
        </p:txBody>
      </p:sp>
      <p:sp>
        <p:nvSpPr>
          <p:cNvPr id="8" name="價格 NT$79&#10;庫存 95&#10;10/17 畫面與 A">
            <a:extLst xmlns:a="http://schemas.openxmlformats.org/drawingml/2006/main">
              <a:ext uri="{FF2B5EF4-FFF2-40B4-BE49-F238E27FC236}">
                <a16:creationId xmlns:a16="http://schemas.microsoft.com/office/drawing/2014/main" id="{B23D4724-8481-4BFF-921F-E1591748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05325"/>
            <a:ext cx="4000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17342E"/>
                </a:solidFill>
              </a:defRPr>
            </a:defPPr>
            <a:lvl1pPr algn="l">
              <a:buNone/>
              <a:defRPr sz="2025" b="0">
                <a:solidFill>
                  <a:srgbClr val="17342E"/>
                </a:solidFill>
              </a:defRPr>
            </a:lvl1pPr>
            <a:lvl2pPr algn="l">
              <a:buNone/>
              <a:defRPr sz="2025" b="0">
                <a:solidFill>
                  <a:srgbClr val="17342E"/>
                </a:solidFill>
              </a:defRPr>
            </a:lvl2pPr>
            <a:lvl3pPr algn="l">
              <a:buNone/>
              <a:defRPr sz="2025" b="0">
                <a:solidFill>
                  <a:srgbClr val="17342E"/>
                </a:solidFill>
              </a:defRPr>
            </a:lvl3pPr>
            <a:lvl4pPr algn="l">
              <a:buNone/>
              <a:defRPr sz="2025" b="0">
                <a:solidFill>
                  <a:srgbClr val="17342E"/>
                </a:solidFill>
              </a:defRPr>
            </a:lvl4pPr>
            <a:lvl5pPr algn="l">
              <a:buNone/>
              <a:defRPr sz="2025" b="0">
                <a:solidFill>
                  <a:srgbClr val="17342E"/>
                </a:solidFill>
              </a:defRPr>
            </a:lvl5pPr>
            <a:lvl6pPr algn="l">
              <a:buNone/>
              <a:defRPr sz="2025" b="0">
                <a:solidFill>
                  <a:srgbClr val="17342E"/>
                </a:solidFill>
              </a:defRPr>
            </a:lvl6pPr>
            <a:lvl7pPr algn="l">
              <a:buNone/>
              <a:defRPr sz="2025" b="0">
                <a:solidFill>
                  <a:srgbClr val="17342E"/>
                </a:solidFill>
              </a:defRPr>
            </a:lvl7pPr>
            <a:lvl8pPr algn="l">
              <a:buNone/>
              <a:defRPr sz="2025" b="0">
                <a:solidFill>
                  <a:srgbClr val="17342E"/>
                </a:solidFill>
              </a:defRPr>
            </a:lvl8pPr>
            <a:lvl9pPr algn="l">
              <a:buNone/>
              <a:defRPr sz="2025" b="0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價格 NT$79</a:t>
            </a:r>
            <a:endParaRPr sz="2025" b="0">
              <a:solidFill>
                <a:srgbClr val="17342E"/>
              </a:solidFill>
            </a:endParaRPr>
          </a:p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庫存 95</a:t>
            </a:r>
            <a:endParaRPr sz="2025" b="0">
              <a:solidFill>
                <a:srgbClr val="17342E"/>
              </a:solidFill>
            </a:endParaRPr>
          </a:p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10/17 畫面與 Atlas 讀回一致</a:t>
            </a:r>
            <a:endParaRPr sz="2025" b="0">
              <a:solidFill>
                <a:srgbClr val="17342E"/>
              </a:solidFill>
            </a:endParaRPr>
          </a:p>
        </p:txBody>
      </p:sp>
      <p:pic>
        <p:nvPicPr>
          <p:cNvPr id="9" name="圖片 8">
            <a:extLst xmlns:a="http://schemas.openxmlformats.org/drawingml/2006/main">
              <a:ext uri="{FF2B5EF4-FFF2-40B4-BE49-F238E27FC236}">
                <a16:creationId xmlns:a16="http://schemas.microsoft.com/office/drawing/2014/main" id="{824A209C-BD09-44D7-937F-D449162BBF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31dc60faae41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2105465"/>
            <a:ext cx="6715125" cy="3599570"/>
          </a:xfrm>
          <a:prstGeom xmlns:a="http://schemas.openxmlformats.org/drawingml/2006/main" prst="rect">
            <a:avLst/>
          </a:prstGeom>
        </p:spPr>
      </p:pic>
      <p:sp>
        <p:nvSpPr>
          <p:cNvPr id="10" name="S03：10/17 商品實拍，數值為取證當時快照">
            <a:extLst xmlns:a="http://schemas.openxmlformats.org/drawingml/2006/main">
              <a:ext uri="{FF2B5EF4-FFF2-40B4-BE49-F238E27FC236}">
                <a16:creationId xmlns:a16="http://schemas.microsoft.com/office/drawing/2014/main" id="{A7E0C238-A00E-4FF7-8176-B4E1527D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848350"/>
            <a:ext cx="676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536760"/>
                </a:solidFill>
              </a:defRPr>
            </a:defPPr>
            <a:lvl1pPr algn="l">
              <a:buNone/>
              <a:defRPr sz="1350" b="0">
                <a:solidFill>
                  <a:srgbClr val="536760"/>
                </a:solidFill>
              </a:defRPr>
            </a:lvl1pPr>
            <a:lvl2pPr algn="l">
              <a:buNone/>
              <a:defRPr sz="1350" b="0">
                <a:solidFill>
                  <a:srgbClr val="536760"/>
                </a:solidFill>
              </a:defRPr>
            </a:lvl2pPr>
            <a:lvl3pPr algn="l">
              <a:buNone/>
              <a:defRPr sz="1350" b="0">
                <a:solidFill>
                  <a:srgbClr val="536760"/>
                </a:solidFill>
              </a:defRPr>
            </a:lvl3pPr>
            <a:lvl4pPr algn="l">
              <a:buNone/>
              <a:defRPr sz="1350" b="0">
                <a:solidFill>
                  <a:srgbClr val="536760"/>
                </a:solidFill>
              </a:defRPr>
            </a:lvl4pPr>
            <a:lvl5pPr algn="l">
              <a:buNone/>
              <a:defRPr sz="1350" b="0">
                <a:solidFill>
                  <a:srgbClr val="536760"/>
                </a:solidFill>
              </a:defRPr>
            </a:lvl5pPr>
            <a:lvl6pPr algn="l">
              <a:buNone/>
              <a:defRPr sz="1350" b="0">
                <a:solidFill>
                  <a:srgbClr val="536760"/>
                </a:solidFill>
              </a:defRPr>
            </a:lvl6pPr>
            <a:lvl7pPr algn="l">
              <a:buNone/>
              <a:defRPr sz="1350" b="0">
                <a:solidFill>
                  <a:srgbClr val="536760"/>
                </a:solidFill>
              </a:defRPr>
            </a:lvl7pPr>
            <a:lvl8pPr algn="l">
              <a:buNone/>
              <a:defRPr sz="1350" b="0">
                <a:solidFill>
                  <a:srgbClr val="536760"/>
                </a:solidFill>
              </a:defRPr>
            </a:lvl8pPr>
            <a:lvl9pPr algn="l">
              <a:buNone/>
              <a:defRPr sz="135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36760"/>
                </a:solidFill>
              </a:defRPr>
            </a:pPr>
            <a:r>
              <a:rPr sz="1350" b="0">
                <a:solidFill>
                  <a:srgbClr val="536760"/>
                </a:solidFill>
              </a:rPr>
              <a:t>S03：10/17 商品實拍，數值為取證當時快照</a:t>
            </a:r>
            <a:endParaRPr sz="1350" b="0">
              <a:solidFill>
                <a:srgbClr val="5367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82057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會員登入與權限管理">
            <a:extLst xmlns:a="http://schemas.openxmlformats.org/drawingml/2006/main">
              <a:ext uri="{FF2B5EF4-FFF2-40B4-BE49-F238E27FC236}">
                <a16:creationId xmlns:a16="http://schemas.microsoft.com/office/drawing/2014/main" id="{465BBD55-37DD-4C49-8209-A75422B6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42E"/>
                </a:solidFill>
              </a:defRPr>
            </a:defPPr>
            <a:lvl1pPr algn="l">
              <a:buNone/>
              <a:defRPr sz="3300" b="1">
                <a:solidFill>
                  <a:srgbClr val="17342E"/>
                </a:solidFill>
              </a:defRPr>
            </a:lvl1pPr>
            <a:lvl2pPr algn="l">
              <a:buNone/>
              <a:defRPr sz="3300" b="1">
                <a:solidFill>
                  <a:srgbClr val="17342E"/>
                </a:solidFill>
              </a:defRPr>
            </a:lvl2pPr>
            <a:lvl3pPr algn="l">
              <a:buNone/>
              <a:defRPr sz="3300" b="1">
                <a:solidFill>
                  <a:srgbClr val="17342E"/>
                </a:solidFill>
              </a:defRPr>
            </a:lvl3pPr>
            <a:lvl4pPr algn="l">
              <a:buNone/>
              <a:defRPr sz="3300" b="1">
                <a:solidFill>
                  <a:srgbClr val="17342E"/>
                </a:solidFill>
              </a:defRPr>
            </a:lvl4pPr>
            <a:lvl5pPr algn="l">
              <a:buNone/>
              <a:defRPr sz="3300" b="1">
                <a:solidFill>
                  <a:srgbClr val="17342E"/>
                </a:solidFill>
              </a:defRPr>
            </a:lvl5pPr>
            <a:lvl6pPr algn="l">
              <a:buNone/>
              <a:defRPr sz="3300" b="1">
                <a:solidFill>
                  <a:srgbClr val="17342E"/>
                </a:solidFill>
              </a:defRPr>
            </a:lvl6pPr>
            <a:lvl7pPr algn="l">
              <a:buNone/>
              <a:defRPr sz="3300" b="1">
                <a:solidFill>
                  <a:srgbClr val="17342E"/>
                </a:solidFill>
              </a:defRPr>
            </a:lvl7pPr>
            <a:lvl8pPr algn="l">
              <a:buNone/>
              <a:defRPr sz="3300" b="1">
                <a:solidFill>
                  <a:srgbClr val="17342E"/>
                </a:solidFill>
              </a:defRPr>
            </a:lvl8pPr>
            <a:lvl9pPr algn="l">
              <a:buNone/>
              <a:defRPr sz="3300" b="1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42E"/>
                </a:solidFill>
              </a:defRPr>
            </a:pPr>
            <a:r>
              <a:rPr sz="3300" b="1">
                <a:solidFill>
                  <a:srgbClr val="17342E"/>
                </a:solidFill>
              </a:rPr>
              <a:t>會員登入與權限管理</a:t>
            </a:r>
            <a:endParaRPr sz="3300" b="1">
              <a:solidFill>
                <a:srgbClr val="17342E"/>
              </a:solidFill>
            </a:endParaRPr>
          </a:p>
        </p:txBody>
      </p:sp>
      <p:sp>
        <p:nvSpPr>
          <p:cNvPr id="2" name="每次請求檢查有效會員與管理員角色">
            <a:extLst xmlns:a="http://schemas.openxmlformats.org/drawingml/2006/main">
              <a:ext uri="{FF2B5EF4-FFF2-40B4-BE49-F238E27FC236}">
                <a16:creationId xmlns:a16="http://schemas.microsoft.com/office/drawing/2014/main" id="{419539CB-4AF3-4EC5-8BEB-8E55C74D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36760"/>
                </a:solidFill>
              </a:defRPr>
            </a:defPPr>
            <a:lvl1pPr algn="l">
              <a:buNone/>
              <a:defRPr sz="1800" b="0">
                <a:solidFill>
                  <a:srgbClr val="536760"/>
                </a:solidFill>
              </a:defRPr>
            </a:lvl1pPr>
            <a:lvl2pPr algn="l">
              <a:buNone/>
              <a:defRPr sz="1800" b="0">
                <a:solidFill>
                  <a:srgbClr val="536760"/>
                </a:solidFill>
              </a:defRPr>
            </a:lvl2pPr>
            <a:lvl3pPr algn="l">
              <a:buNone/>
              <a:defRPr sz="1800" b="0">
                <a:solidFill>
                  <a:srgbClr val="536760"/>
                </a:solidFill>
              </a:defRPr>
            </a:lvl3pPr>
            <a:lvl4pPr algn="l">
              <a:buNone/>
              <a:defRPr sz="1800" b="0">
                <a:solidFill>
                  <a:srgbClr val="536760"/>
                </a:solidFill>
              </a:defRPr>
            </a:lvl4pPr>
            <a:lvl5pPr algn="l">
              <a:buNone/>
              <a:defRPr sz="1800" b="0">
                <a:solidFill>
                  <a:srgbClr val="536760"/>
                </a:solidFill>
              </a:defRPr>
            </a:lvl5pPr>
            <a:lvl6pPr algn="l">
              <a:buNone/>
              <a:defRPr sz="1800" b="0">
                <a:solidFill>
                  <a:srgbClr val="536760"/>
                </a:solidFill>
              </a:defRPr>
            </a:lvl6pPr>
            <a:lvl7pPr algn="l">
              <a:buNone/>
              <a:defRPr sz="1800" b="0">
                <a:solidFill>
                  <a:srgbClr val="536760"/>
                </a:solidFill>
              </a:defRPr>
            </a:lvl7pPr>
            <a:lvl8pPr algn="l">
              <a:buNone/>
              <a:defRPr sz="1800" b="0">
                <a:solidFill>
                  <a:srgbClr val="536760"/>
                </a:solidFill>
              </a:defRPr>
            </a:lvl8pPr>
            <a:lvl9pPr algn="l">
              <a:buNone/>
              <a:defRPr sz="18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36760"/>
                </a:solidFill>
              </a:defRPr>
            </a:pPr>
            <a:r>
              <a:rPr sz="1800" b="0">
                <a:solidFill>
                  <a:srgbClr val="536760"/>
                </a:solidFill>
              </a:rPr>
              <a:t>每次請求檢查有效會員與管理員角色</a:t>
            </a:r>
            <a:endParaRPr sz="1800" b="0">
              <a:solidFill>
                <a:srgbClr val="536760"/>
              </a:solidFill>
            </a:endParaRPr>
          </a:p>
        </p:txBody>
      </p:sp>
      <p:sp>
        <p:nvSpPr>
          <p:cNvPr id="3" name="VibeCart AI">
            <a:extLst xmlns:a="http://schemas.openxmlformats.org/drawingml/2006/main">
              <a:ext uri="{FF2B5EF4-FFF2-40B4-BE49-F238E27FC236}">
                <a16:creationId xmlns:a16="http://schemas.microsoft.com/office/drawing/2014/main" id="{9D02F68A-2C54-46EE-8E51-3CADD21F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36760"/>
                </a:solidFill>
              </a:defRPr>
            </a:defPPr>
            <a:lvl1pPr algn="l">
              <a:buNone/>
              <a:defRPr sz="1200" b="0">
                <a:solidFill>
                  <a:srgbClr val="536760"/>
                </a:solidFill>
              </a:defRPr>
            </a:lvl1pPr>
            <a:lvl2pPr algn="l">
              <a:buNone/>
              <a:defRPr sz="1200" b="0">
                <a:solidFill>
                  <a:srgbClr val="536760"/>
                </a:solidFill>
              </a:defRPr>
            </a:lvl2pPr>
            <a:lvl3pPr algn="l">
              <a:buNone/>
              <a:defRPr sz="1200" b="0">
                <a:solidFill>
                  <a:srgbClr val="536760"/>
                </a:solidFill>
              </a:defRPr>
            </a:lvl3pPr>
            <a:lvl4pPr algn="l">
              <a:buNone/>
              <a:defRPr sz="1200" b="0">
                <a:solidFill>
                  <a:srgbClr val="536760"/>
                </a:solidFill>
              </a:defRPr>
            </a:lvl4pPr>
            <a:lvl5pPr algn="l">
              <a:buNone/>
              <a:defRPr sz="1200" b="0">
                <a:solidFill>
                  <a:srgbClr val="536760"/>
                </a:solidFill>
              </a:defRPr>
            </a:lvl5pPr>
            <a:lvl6pPr algn="l">
              <a:buNone/>
              <a:defRPr sz="1200" b="0">
                <a:solidFill>
                  <a:srgbClr val="536760"/>
                </a:solidFill>
              </a:defRPr>
            </a:lvl6pPr>
            <a:lvl7pPr algn="l">
              <a:buNone/>
              <a:defRPr sz="1200" b="0">
                <a:solidFill>
                  <a:srgbClr val="536760"/>
                </a:solidFill>
              </a:defRPr>
            </a:lvl7pPr>
            <a:lvl8pPr algn="l">
              <a:buNone/>
              <a:defRPr sz="1200" b="0">
                <a:solidFill>
                  <a:srgbClr val="536760"/>
                </a:solidFill>
              </a:defRPr>
            </a:lvl8pPr>
            <a:lvl9pPr algn="l">
              <a:buNone/>
              <a:defRPr sz="12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36760"/>
                </a:solidFill>
              </a:defRPr>
            </a:pPr>
            <a:r>
              <a:rPr sz="1200" b="0">
                <a:solidFill>
                  <a:srgbClr val="536760"/>
                </a:solidFill>
              </a:rPr>
              <a:t>VibeCart AI</a:t>
            </a:r>
            <a:endParaRPr sz="1200" b="0">
              <a:solidFill>
                <a:srgbClr val="536760"/>
              </a:solidFill>
            </a:endParaRP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A25E3072-9002-41D1-8815-09F76702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14634B"/>
                </a:solidFill>
              </a:defRPr>
            </a:defPPr>
            <a:lvl1pPr algn="l">
              <a:buNone/>
              <a:defRPr sz="1350" b="1">
                <a:solidFill>
                  <a:srgbClr val="14634B"/>
                </a:solidFill>
              </a:defRPr>
            </a:lvl1pPr>
            <a:lvl2pPr algn="l">
              <a:buNone/>
              <a:defRPr sz="1350" b="1">
                <a:solidFill>
                  <a:srgbClr val="14634B"/>
                </a:solidFill>
              </a:defRPr>
            </a:lvl2pPr>
            <a:lvl3pPr algn="l">
              <a:buNone/>
              <a:defRPr sz="1350" b="1">
                <a:solidFill>
                  <a:srgbClr val="14634B"/>
                </a:solidFill>
              </a:defRPr>
            </a:lvl3pPr>
            <a:lvl4pPr algn="l">
              <a:buNone/>
              <a:defRPr sz="1350" b="1">
                <a:solidFill>
                  <a:srgbClr val="14634B"/>
                </a:solidFill>
              </a:defRPr>
            </a:lvl4pPr>
            <a:lvl5pPr algn="l">
              <a:buNone/>
              <a:defRPr sz="1350" b="1">
                <a:solidFill>
                  <a:srgbClr val="14634B"/>
                </a:solidFill>
              </a:defRPr>
            </a:lvl5pPr>
            <a:lvl6pPr algn="l">
              <a:buNone/>
              <a:defRPr sz="1350" b="1">
                <a:solidFill>
                  <a:srgbClr val="14634B"/>
                </a:solidFill>
              </a:defRPr>
            </a:lvl6pPr>
            <a:lvl7pPr algn="l">
              <a:buNone/>
              <a:defRPr sz="1350" b="1">
                <a:solidFill>
                  <a:srgbClr val="14634B"/>
                </a:solidFill>
              </a:defRPr>
            </a:lvl7pPr>
            <a:lvl8pPr algn="l">
              <a:buNone/>
              <a:defRPr sz="1350" b="1">
                <a:solidFill>
                  <a:srgbClr val="14634B"/>
                </a:solidFill>
              </a:defRPr>
            </a:lvl8pPr>
            <a:lvl9pPr algn="l">
              <a:buNone/>
              <a:defRPr sz="13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14634B"/>
                </a:solidFill>
              </a:defRPr>
            </a:pPr>
            <a:r>
              <a:rPr sz="1350" b="1">
                <a:solidFill>
                  <a:srgbClr val="14634B"/>
                </a:solidFill>
              </a:rPr>
              <a:t>06</a:t>
            </a:r>
            <a:endParaRPr sz="1350" b="1">
              <a:solidFill>
                <a:srgbClr val="14634B"/>
              </a:solidFill>
            </a:endParaRPr>
          </a:p>
        </p:txBody>
      </p:sp>
      <p:pic>
        <p:nvPicPr>
          <p:cNvPr id="5" name="圖片 4">
            <a:extLst xmlns:a="http://schemas.openxmlformats.org/drawingml/2006/main">
              <a:ext uri="{FF2B5EF4-FFF2-40B4-BE49-F238E27FC236}">
                <a16:creationId xmlns:a16="http://schemas.microsoft.com/office/drawing/2014/main" id="{F559C9BC-945B-462A-B86F-8E9FAE2885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f1c41bfa7a47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0063" y="2066925"/>
            <a:ext cx="6998999" cy="3933825"/>
          </a:xfrm>
          <a:prstGeom xmlns:a="http://schemas.openxmlformats.org/drawingml/2006/main" prst="rect">
            <a:avLst/>
          </a:prstGeom>
        </p:spPr>
      </p:pic>
      <p:sp>
        <p:nvSpPr>
          <p:cNvPr id="6" name="驗證重點">
            <a:extLst xmlns:a="http://schemas.openxmlformats.org/drawingml/2006/main">
              <a:ext uri="{FF2B5EF4-FFF2-40B4-BE49-F238E27FC236}">
                <a16:creationId xmlns:a16="http://schemas.microsoft.com/office/drawing/2014/main" id="{28799C3E-71F3-4CE1-A602-A4EEC9C4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66925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4634B"/>
                </a:solidFill>
              </a:defRPr>
            </a:defPPr>
            <a:lvl1pPr algn="l">
              <a:buNone/>
              <a:defRPr sz="2400" b="1">
                <a:solidFill>
                  <a:srgbClr val="14634B"/>
                </a:solidFill>
              </a:defRPr>
            </a:lvl1pPr>
            <a:lvl2pPr algn="l">
              <a:buNone/>
              <a:defRPr sz="2400" b="1">
                <a:solidFill>
                  <a:srgbClr val="14634B"/>
                </a:solidFill>
              </a:defRPr>
            </a:lvl2pPr>
            <a:lvl3pPr algn="l">
              <a:buNone/>
              <a:defRPr sz="2400" b="1">
                <a:solidFill>
                  <a:srgbClr val="14634B"/>
                </a:solidFill>
              </a:defRPr>
            </a:lvl3pPr>
            <a:lvl4pPr algn="l">
              <a:buNone/>
              <a:defRPr sz="2400" b="1">
                <a:solidFill>
                  <a:srgbClr val="14634B"/>
                </a:solidFill>
              </a:defRPr>
            </a:lvl4pPr>
            <a:lvl5pPr algn="l">
              <a:buNone/>
              <a:defRPr sz="2400" b="1">
                <a:solidFill>
                  <a:srgbClr val="14634B"/>
                </a:solidFill>
              </a:defRPr>
            </a:lvl5pPr>
            <a:lvl6pPr algn="l">
              <a:buNone/>
              <a:defRPr sz="2400" b="1">
                <a:solidFill>
                  <a:srgbClr val="14634B"/>
                </a:solidFill>
              </a:defRPr>
            </a:lvl6pPr>
            <a:lvl7pPr algn="l">
              <a:buNone/>
              <a:defRPr sz="2400" b="1">
                <a:solidFill>
                  <a:srgbClr val="14634B"/>
                </a:solidFill>
              </a:defRPr>
            </a:lvl7pPr>
            <a:lvl8pPr algn="l">
              <a:buNone/>
              <a:defRPr sz="2400" b="1">
                <a:solidFill>
                  <a:srgbClr val="14634B"/>
                </a:solidFill>
              </a:defRPr>
            </a:lvl8pPr>
            <a:lvl9pPr algn="l">
              <a:buNone/>
              <a:defRPr sz="240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14634B"/>
                </a:solidFill>
              </a:defRPr>
            </a:pPr>
            <a:r>
              <a:rPr sz="2400" b="1">
                <a:solidFill>
                  <a:srgbClr val="14634B"/>
                </a:solidFill>
              </a:rPr>
              <a:t>驗證重點</a:t>
            </a:r>
            <a:endParaRPr sz="2400" b="1">
              <a:solidFill>
                <a:srgbClr val="14634B"/>
              </a:solidFill>
            </a:endParaRPr>
          </a:p>
        </p:txBody>
      </p:sp>
      <p:sp>
        <p:nvSpPr>
          <p:cNvPr id="7" name="有效會員登入&#10;錯誤與停用帳號拒絕&#10;一般會員無法進入後">
            <a:extLst xmlns:a="http://schemas.openxmlformats.org/drawingml/2006/main">
              <a:ext uri="{FF2B5EF4-FFF2-40B4-BE49-F238E27FC236}">
                <a16:creationId xmlns:a16="http://schemas.microsoft.com/office/drawing/2014/main" id="{85363487-42B4-4E7D-A431-ACC11A0E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05100"/>
            <a:ext cx="3524250" cy="2543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17342E"/>
                </a:solidFill>
              </a:defRPr>
            </a:defPPr>
            <a:lvl1pPr algn="l">
              <a:buNone/>
              <a:defRPr sz="2025" b="0">
                <a:solidFill>
                  <a:srgbClr val="17342E"/>
                </a:solidFill>
              </a:defRPr>
            </a:lvl1pPr>
            <a:lvl2pPr algn="l">
              <a:buNone/>
              <a:defRPr sz="2025" b="0">
                <a:solidFill>
                  <a:srgbClr val="17342E"/>
                </a:solidFill>
              </a:defRPr>
            </a:lvl2pPr>
            <a:lvl3pPr algn="l">
              <a:buNone/>
              <a:defRPr sz="2025" b="0">
                <a:solidFill>
                  <a:srgbClr val="17342E"/>
                </a:solidFill>
              </a:defRPr>
            </a:lvl3pPr>
            <a:lvl4pPr algn="l">
              <a:buNone/>
              <a:defRPr sz="2025" b="0">
                <a:solidFill>
                  <a:srgbClr val="17342E"/>
                </a:solidFill>
              </a:defRPr>
            </a:lvl4pPr>
            <a:lvl5pPr algn="l">
              <a:buNone/>
              <a:defRPr sz="2025" b="0">
                <a:solidFill>
                  <a:srgbClr val="17342E"/>
                </a:solidFill>
              </a:defRPr>
            </a:lvl5pPr>
            <a:lvl6pPr algn="l">
              <a:buNone/>
              <a:defRPr sz="2025" b="0">
                <a:solidFill>
                  <a:srgbClr val="17342E"/>
                </a:solidFill>
              </a:defRPr>
            </a:lvl6pPr>
            <a:lvl7pPr algn="l">
              <a:buNone/>
              <a:defRPr sz="2025" b="0">
                <a:solidFill>
                  <a:srgbClr val="17342E"/>
                </a:solidFill>
              </a:defRPr>
            </a:lvl7pPr>
            <a:lvl8pPr algn="l">
              <a:buNone/>
              <a:defRPr sz="2025" b="0">
                <a:solidFill>
                  <a:srgbClr val="17342E"/>
                </a:solidFill>
              </a:defRPr>
            </a:lvl8pPr>
            <a:lvl9pPr algn="l">
              <a:buNone/>
              <a:defRPr sz="2025" b="0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有效會員登入</a:t>
            </a:r>
            <a:endParaRPr sz="2025" b="0">
              <a:solidFill>
                <a:srgbClr val="17342E"/>
              </a:solidFill>
            </a:endParaRPr>
          </a:p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錯誤與停用帳號拒絕</a:t>
            </a:r>
            <a:endParaRPr sz="2025" b="0">
              <a:solidFill>
                <a:srgbClr val="17342E"/>
              </a:solidFill>
            </a:endParaRPr>
          </a:p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一般會員無法進入後台</a:t>
            </a:r>
            <a:endParaRPr sz="2025" b="0">
              <a:solidFill>
                <a:srgbClr val="17342E"/>
              </a:solidFill>
            </a:endParaRPr>
          </a:p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每台裝置可獨立撤權</a:t>
            </a:r>
            <a:endParaRPr sz="2025" b="0">
              <a:solidFill>
                <a:srgbClr val="17342E"/>
              </a:solidFill>
            </a:endParaRPr>
          </a:p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寫入表單驗證 CSRF</a:t>
            </a:r>
            <a:endParaRPr sz="2025" b="0">
              <a:solidFill>
                <a:srgbClr val="17342E"/>
              </a:solidFill>
            </a:endParaRPr>
          </a:p>
        </p:txBody>
      </p:sp>
      <p:sp>
        <p:nvSpPr>
          <p:cNvPr id="8" name="圖為匿名登入入口；正式同版的完整角色與交易驗收仍待補">
            <a:extLst xmlns:a="http://schemas.openxmlformats.org/drawingml/2006/main">
              <a:ext uri="{FF2B5EF4-FFF2-40B4-BE49-F238E27FC236}">
                <a16:creationId xmlns:a16="http://schemas.microsoft.com/office/drawing/2014/main" id="{9E711AA8-D70B-4C51-82D3-D08FF231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76950"/>
            <a:ext cx="1095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536760"/>
                </a:solidFill>
              </a:defRPr>
            </a:defPPr>
            <a:lvl1pPr algn="l">
              <a:buNone/>
              <a:defRPr sz="1500" b="0">
                <a:solidFill>
                  <a:srgbClr val="536760"/>
                </a:solidFill>
              </a:defRPr>
            </a:lvl1pPr>
            <a:lvl2pPr algn="l">
              <a:buNone/>
              <a:defRPr sz="1500" b="0">
                <a:solidFill>
                  <a:srgbClr val="536760"/>
                </a:solidFill>
              </a:defRPr>
            </a:lvl2pPr>
            <a:lvl3pPr algn="l">
              <a:buNone/>
              <a:defRPr sz="1500" b="0">
                <a:solidFill>
                  <a:srgbClr val="536760"/>
                </a:solidFill>
              </a:defRPr>
            </a:lvl3pPr>
            <a:lvl4pPr algn="l">
              <a:buNone/>
              <a:defRPr sz="1500" b="0">
                <a:solidFill>
                  <a:srgbClr val="536760"/>
                </a:solidFill>
              </a:defRPr>
            </a:lvl4pPr>
            <a:lvl5pPr algn="l">
              <a:buNone/>
              <a:defRPr sz="1500" b="0">
                <a:solidFill>
                  <a:srgbClr val="536760"/>
                </a:solidFill>
              </a:defRPr>
            </a:lvl5pPr>
            <a:lvl6pPr algn="l">
              <a:buNone/>
              <a:defRPr sz="1500" b="0">
                <a:solidFill>
                  <a:srgbClr val="536760"/>
                </a:solidFill>
              </a:defRPr>
            </a:lvl6pPr>
            <a:lvl7pPr algn="l">
              <a:buNone/>
              <a:defRPr sz="1500" b="0">
                <a:solidFill>
                  <a:srgbClr val="536760"/>
                </a:solidFill>
              </a:defRPr>
            </a:lvl7pPr>
            <a:lvl8pPr algn="l">
              <a:buNone/>
              <a:defRPr sz="1500" b="0">
                <a:solidFill>
                  <a:srgbClr val="536760"/>
                </a:solidFill>
              </a:defRPr>
            </a:lvl8pPr>
            <a:lvl9pPr algn="l">
              <a:buNone/>
              <a:defRPr sz="15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36760"/>
                </a:solidFill>
              </a:defRPr>
            </a:pPr>
            <a:r>
              <a:rPr sz="1500" b="0">
                <a:solidFill>
                  <a:srgbClr val="536760"/>
                </a:solidFill>
              </a:rPr>
              <a:t>圖為匿名登入入口；正式同版的完整角色與交易驗收仍待補</a:t>
            </a:r>
            <a:endParaRPr sz="1500" b="0">
              <a:solidFill>
                <a:srgbClr val="5367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78791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直接箭頭連接符 12">
            <a:extLst xmlns:a="http://schemas.openxmlformats.org/drawingml/2006/main">
              <a:ext uri="{FF2B5EF4-FFF2-40B4-BE49-F238E27FC236}">
                <a16:creationId xmlns:a16="http://schemas.microsoft.com/office/drawing/2014/main" id="{AF4A13AF-4690-4B9F-8537-823CFAB0E723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15450" y="256222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C5CD"/>
            </a:solidFill>
            <a:prstDash val="solid"/>
            <a:tailEnd type="triangle" w="sm" len="sm"/>
          </a:ln>
        </p:spPr>
      </p:cxnSp>
      <p:cxnSp>
        <p:nvCxnSpPr>
          <p:cNvPr id="12" name="直接箭頭連接符 11">
            <a:extLst xmlns:a="http://schemas.openxmlformats.org/drawingml/2006/main">
              <a:ext uri="{FF2B5EF4-FFF2-40B4-BE49-F238E27FC236}">
                <a16:creationId xmlns:a16="http://schemas.microsoft.com/office/drawing/2014/main" id="{54147C2F-C548-47FF-A914-2272939ABC1F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077075" y="256222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C5CD"/>
            </a:solidFill>
            <a:prstDash val="solid"/>
            <a:tailEnd type="triangle" w="sm" len="sm"/>
          </a:ln>
        </p:spPr>
      </p:cxnSp>
      <p:cxnSp>
        <p:nvCxnSpPr>
          <p:cNvPr id="11" name="直接箭頭連接符 10">
            <a:extLst xmlns:a="http://schemas.openxmlformats.org/drawingml/2006/main">
              <a:ext uri="{FF2B5EF4-FFF2-40B4-BE49-F238E27FC236}">
                <a16:creationId xmlns:a16="http://schemas.microsoft.com/office/drawing/2014/main" id="{554D0C53-F446-444A-A16B-F2363DADACB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838700" y="256222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C5CD"/>
            </a:solidFill>
            <a:prstDash val="solid"/>
            <a:tailEnd type="triangle" w="sm" len="sm"/>
          </a:ln>
        </p:spPr>
      </p:cxnSp>
      <p:cxnSp>
        <p:nvCxnSpPr>
          <p:cNvPr id="10" name="直接箭頭連接符 9">
            <a:extLst xmlns:a="http://schemas.openxmlformats.org/drawingml/2006/main">
              <a:ext uri="{FF2B5EF4-FFF2-40B4-BE49-F238E27FC236}">
                <a16:creationId xmlns:a16="http://schemas.microsoft.com/office/drawing/2014/main" id="{46313D29-30D2-4D42-8006-0ECEEA0DB0B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600325" y="256222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C5CD"/>
            </a:solidFill>
            <a:prstDash val="solid"/>
            <a:tailEnd type="triangle" w="sm" len="sm"/>
          </a:ln>
        </p:spPr>
      </p:cxnSp>
      <p:sp>
        <p:nvSpPr>
          <p:cNvPr id="19" name="購物車與示範結帳">
            <a:extLst xmlns:a="http://schemas.openxmlformats.org/drawingml/2006/main">
              <a:ext uri="{FF2B5EF4-FFF2-40B4-BE49-F238E27FC236}">
                <a16:creationId xmlns:a16="http://schemas.microsoft.com/office/drawing/2014/main" id="{825CA633-FF19-4E13-B2D5-D8251070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42E"/>
                </a:solidFill>
              </a:defRPr>
            </a:defPPr>
            <a:lvl1pPr algn="l">
              <a:buNone/>
              <a:defRPr sz="3300" b="1">
                <a:solidFill>
                  <a:srgbClr val="17342E"/>
                </a:solidFill>
              </a:defRPr>
            </a:lvl1pPr>
            <a:lvl2pPr algn="l">
              <a:buNone/>
              <a:defRPr sz="3300" b="1">
                <a:solidFill>
                  <a:srgbClr val="17342E"/>
                </a:solidFill>
              </a:defRPr>
            </a:lvl2pPr>
            <a:lvl3pPr algn="l">
              <a:buNone/>
              <a:defRPr sz="3300" b="1">
                <a:solidFill>
                  <a:srgbClr val="17342E"/>
                </a:solidFill>
              </a:defRPr>
            </a:lvl3pPr>
            <a:lvl4pPr algn="l">
              <a:buNone/>
              <a:defRPr sz="3300" b="1">
                <a:solidFill>
                  <a:srgbClr val="17342E"/>
                </a:solidFill>
              </a:defRPr>
            </a:lvl4pPr>
            <a:lvl5pPr algn="l">
              <a:buNone/>
              <a:defRPr sz="3300" b="1">
                <a:solidFill>
                  <a:srgbClr val="17342E"/>
                </a:solidFill>
              </a:defRPr>
            </a:lvl5pPr>
            <a:lvl6pPr algn="l">
              <a:buNone/>
              <a:defRPr sz="3300" b="1">
                <a:solidFill>
                  <a:srgbClr val="17342E"/>
                </a:solidFill>
              </a:defRPr>
            </a:lvl6pPr>
            <a:lvl7pPr algn="l">
              <a:buNone/>
              <a:defRPr sz="3300" b="1">
                <a:solidFill>
                  <a:srgbClr val="17342E"/>
                </a:solidFill>
              </a:defRPr>
            </a:lvl7pPr>
            <a:lvl8pPr algn="l">
              <a:buNone/>
              <a:defRPr sz="3300" b="1">
                <a:solidFill>
                  <a:srgbClr val="17342E"/>
                </a:solidFill>
              </a:defRPr>
            </a:lvl8pPr>
            <a:lvl9pPr algn="l">
              <a:buNone/>
              <a:defRPr sz="3300" b="1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42E"/>
                </a:solidFill>
              </a:defRPr>
            </a:pPr>
            <a:r>
              <a:rPr sz="3300" b="1">
                <a:solidFill>
                  <a:srgbClr val="17342E"/>
                </a:solidFill>
              </a:rPr>
              <a:t>購物車與示範結帳</a:t>
            </a:r>
            <a:endParaRPr sz="3300" b="1">
              <a:solidFill>
                <a:srgbClr val="17342E"/>
              </a:solidFill>
            </a:endParaRPr>
          </a:p>
        </p:txBody>
      </p:sp>
      <p:sp>
        <p:nvSpPr>
          <p:cNvPr id="2" name="服務以交易、版本檢查與操作識別碼維持資料一致">
            <a:extLst xmlns:a="http://schemas.openxmlformats.org/drawingml/2006/main">
              <a:ext uri="{FF2B5EF4-FFF2-40B4-BE49-F238E27FC236}">
                <a16:creationId xmlns:a16="http://schemas.microsoft.com/office/drawing/2014/main" id="{4EFFB5B3-4833-412F-9416-2469FD89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36760"/>
                </a:solidFill>
              </a:defRPr>
            </a:defPPr>
            <a:lvl1pPr algn="l">
              <a:buNone/>
              <a:defRPr sz="1800" b="0">
                <a:solidFill>
                  <a:srgbClr val="536760"/>
                </a:solidFill>
              </a:defRPr>
            </a:lvl1pPr>
            <a:lvl2pPr algn="l">
              <a:buNone/>
              <a:defRPr sz="1800" b="0">
                <a:solidFill>
                  <a:srgbClr val="536760"/>
                </a:solidFill>
              </a:defRPr>
            </a:lvl2pPr>
            <a:lvl3pPr algn="l">
              <a:buNone/>
              <a:defRPr sz="1800" b="0">
                <a:solidFill>
                  <a:srgbClr val="536760"/>
                </a:solidFill>
              </a:defRPr>
            </a:lvl3pPr>
            <a:lvl4pPr algn="l">
              <a:buNone/>
              <a:defRPr sz="1800" b="0">
                <a:solidFill>
                  <a:srgbClr val="536760"/>
                </a:solidFill>
              </a:defRPr>
            </a:lvl4pPr>
            <a:lvl5pPr algn="l">
              <a:buNone/>
              <a:defRPr sz="1800" b="0">
                <a:solidFill>
                  <a:srgbClr val="536760"/>
                </a:solidFill>
              </a:defRPr>
            </a:lvl5pPr>
            <a:lvl6pPr algn="l">
              <a:buNone/>
              <a:defRPr sz="1800" b="0">
                <a:solidFill>
                  <a:srgbClr val="536760"/>
                </a:solidFill>
              </a:defRPr>
            </a:lvl6pPr>
            <a:lvl7pPr algn="l">
              <a:buNone/>
              <a:defRPr sz="1800" b="0">
                <a:solidFill>
                  <a:srgbClr val="536760"/>
                </a:solidFill>
              </a:defRPr>
            </a:lvl7pPr>
            <a:lvl8pPr algn="l">
              <a:buNone/>
              <a:defRPr sz="1800" b="0">
                <a:solidFill>
                  <a:srgbClr val="536760"/>
                </a:solidFill>
              </a:defRPr>
            </a:lvl8pPr>
            <a:lvl9pPr algn="l">
              <a:buNone/>
              <a:defRPr sz="18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36760"/>
                </a:solidFill>
              </a:defRPr>
            </a:pPr>
            <a:r>
              <a:rPr sz="1800" b="0">
                <a:solidFill>
                  <a:srgbClr val="536760"/>
                </a:solidFill>
              </a:rPr>
              <a:t>服務以交易、版本檢查與操作識別碼維持資料一致</a:t>
            </a:r>
            <a:endParaRPr sz="1800" b="0">
              <a:solidFill>
                <a:srgbClr val="536760"/>
              </a:solidFill>
            </a:endParaRPr>
          </a:p>
        </p:txBody>
      </p:sp>
      <p:sp>
        <p:nvSpPr>
          <p:cNvPr id="3" name="VibeCart AI">
            <a:extLst xmlns:a="http://schemas.openxmlformats.org/drawingml/2006/main">
              <a:ext uri="{FF2B5EF4-FFF2-40B4-BE49-F238E27FC236}">
                <a16:creationId xmlns:a16="http://schemas.microsoft.com/office/drawing/2014/main" id="{462CBFFD-3201-46DC-BC8A-ED3CB7F2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36760"/>
                </a:solidFill>
              </a:defRPr>
            </a:defPPr>
            <a:lvl1pPr algn="l">
              <a:buNone/>
              <a:defRPr sz="1200" b="0">
                <a:solidFill>
                  <a:srgbClr val="536760"/>
                </a:solidFill>
              </a:defRPr>
            </a:lvl1pPr>
            <a:lvl2pPr algn="l">
              <a:buNone/>
              <a:defRPr sz="1200" b="0">
                <a:solidFill>
                  <a:srgbClr val="536760"/>
                </a:solidFill>
              </a:defRPr>
            </a:lvl2pPr>
            <a:lvl3pPr algn="l">
              <a:buNone/>
              <a:defRPr sz="1200" b="0">
                <a:solidFill>
                  <a:srgbClr val="536760"/>
                </a:solidFill>
              </a:defRPr>
            </a:lvl3pPr>
            <a:lvl4pPr algn="l">
              <a:buNone/>
              <a:defRPr sz="1200" b="0">
                <a:solidFill>
                  <a:srgbClr val="536760"/>
                </a:solidFill>
              </a:defRPr>
            </a:lvl4pPr>
            <a:lvl5pPr algn="l">
              <a:buNone/>
              <a:defRPr sz="1200" b="0">
                <a:solidFill>
                  <a:srgbClr val="536760"/>
                </a:solidFill>
              </a:defRPr>
            </a:lvl5pPr>
            <a:lvl6pPr algn="l">
              <a:buNone/>
              <a:defRPr sz="1200" b="0">
                <a:solidFill>
                  <a:srgbClr val="536760"/>
                </a:solidFill>
              </a:defRPr>
            </a:lvl6pPr>
            <a:lvl7pPr algn="l">
              <a:buNone/>
              <a:defRPr sz="1200" b="0">
                <a:solidFill>
                  <a:srgbClr val="536760"/>
                </a:solidFill>
              </a:defRPr>
            </a:lvl7pPr>
            <a:lvl8pPr algn="l">
              <a:buNone/>
              <a:defRPr sz="1200" b="0">
                <a:solidFill>
                  <a:srgbClr val="536760"/>
                </a:solidFill>
              </a:defRPr>
            </a:lvl8pPr>
            <a:lvl9pPr algn="l">
              <a:buNone/>
              <a:defRPr sz="12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36760"/>
                </a:solidFill>
              </a:defRPr>
            </a:pPr>
            <a:r>
              <a:rPr sz="1200" b="0">
                <a:solidFill>
                  <a:srgbClr val="536760"/>
                </a:solidFill>
              </a:rPr>
              <a:t>VibeCart AI</a:t>
            </a:r>
            <a:endParaRPr sz="1200" b="0">
              <a:solidFill>
                <a:srgbClr val="536760"/>
              </a:solidFill>
            </a:endParaRPr>
          </a:p>
        </p:txBody>
      </p:sp>
      <p:sp>
        <p:nvSpPr>
          <p:cNvPr id="4" name="07">
            <a:extLst xmlns:a="http://schemas.openxmlformats.org/drawingml/2006/main">
              <a:ext uri="{FF2B5EF4-FFF2-40B4-BE49-F238E27FC236}">
                <a16:creationId xmlns:a16="http://schemas.microsoft.com/office/drawing/2014/main" id="{1B523181-5CA2-417D-A479-C7110B5C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14634B"/>
                </a:solidFill>
              </a:defRPr>
            </a:defPPr>
            <a:lvl1pPr algn="l">
              <a:buNone/>
              <a:defRPr sz="1350" b="1">
                <a:solidFill>
                  <a:srgbClr val="14634B"/>
                </a:solidFill>
              </a:defRPr>
            </a:lvl1pPr>
            <a:lvl2pPr algn="l">
              <a:buNone/>
              <a:defRPr sz="1350" b="1">
                <a:solidFill>
                  <a:srgbClr val="14634B"/>
                </a:solidFill>
              </a:defRPr>
            </a:lvl2pPr>
            <a:lvl3pPr algn="l">
              <a:buNone/>
              <a:defRPr sz="1350" b="1">
                <a:solidFill>
                  <a:srgbClr val="14634B"/>
                </a:solidFill>
              </a:defRPr>
            </a:lvl3pPr>
            <a:lvl4pPr algn="l">
              <a:buNone/>
              <a:defRPr sz="1350" b="1">
                <a:solidFill>
                  <a:srgbClr val="14634B"/>
                </a:solidFill>
              </a:defRPr>
            </a:lvl4pPr>
            <a:lvl5pPr algn="l">
              <a:buNone/>
              <a:defRPr sz="1350" b="1">
                <a:solidFill>
                  <a:srgbClr val="14634B"/>
                </a:solidFill>
              </a:defRPr>
            </a:lvl5pPr>
            <a:lvl6pPr algn="l">
              <a:buNone/>
              <a:defRPr sz="1350" b="1">
                <a:solidFill>
                  <a:srgbClr val="14634B"/>
                </a:solidFill>
              </a:defRPr>
            </a:lvl6pPr>
            <a:lvl7pPr algn="l">
              <a:buNone/>
              <a:defRPr sz="1350" b="1">
                <a:solidFill>
                  <a:srgbClr val="14634B"/>
                </a:solidFill>
              </a:defRPr>
            </a:lvl7pPr>
            <a:lvl8pPr algn="l">
              <a:buNone/>
              <a:defRPr sz="1350" b="1">
                <a:solidFill>
                  <a:srgbClr val="14634B"/>
                </a:solidFill>
              </a:defRPr>
            </a:lvl8pPr>
            <a:lvl9pPr algn="l">
              <a:buNone/>
              <a:defRPr sz="13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14634B"/>
                </a:solidFill>
              </a:defRPr>
            </a:pPr>
            <a:r>
              <a:rPr sz="1350" b="1">
                <a:solidFill>
                  <a:srgbClr val="14634B"/>
                </a:solidFill>
              </a:rPr>
              <a:t>07</a:t>
            </a:r>
            <a:endParaRPr sz="1350" b="1">
              <a:solidFill>
                <a:srgbClr val="14634B"/>
              </a:solidFill>
            </a:endParaRPr>
          </a:p>
        </p:txBody>
      </p:sp>
      <p:sp>
        <p:nvSpPr>
          <p:cNvPr id="5" name="選擇 SKU">
            <a:extLst xmlns:a="http://schemas.openxmlformats.org/drawingml/2006/main">
              <a:ext uri="{FF2B5EF4-FFF2-40B4-BE49-F238E27FC236}">
                <a16:creationId xmlns:a16="http://schemas.microsoft.com/office/drawing/2014/main" id="{8C593F92-03D7-4B92-B04D-063CE6C0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71700"/>
            <a:ext cx="1981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9"/>
          </a:solidFill>
          <a:ln xmlns:a="http://schemas.openxmlformats.org/drawingml/2006/main" w="12383">
            <a:solidFill>
              <a:srgbClr val="14634B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17342E"/>
                </a:solidFill>
              </a:defRPr>
            </a:defPPr>
            <a:lvl1pPr algn="ctr">
              <a:buNone/>
              <a:defRPr sz="1800" b="1">
                <a:solidFill>
                  <a:srgbClr val="17342E"/>
                </a:solidFill>
              </a:defRPr>
            </a:lvl1pPr>
            <a:lvl2pPr algn="ctr">
              <a:buNone/>
              <a:defRPr sz="1800" b="1">
                <a:solidFill>
                  <a:srgbClr val="17342E"/>
                </a:solidFill>
              </a:defRPr>
            </a:lvl2pPr>
            <a:lvl3pPr algn="ctr">
              <a:buNone/>
              <a:defRPr sz="1800" b="1">
                <a:solidFill>
                  <a:srgbClr val="17342E"/>
                </a:solidFill>
              </a:defRPr>
            </a:lvl3pPr>
            <a:lvl4pPr algn="ctr">
              <a:buNone/>
              <a:defRPr sz="1800" b="1">
                <a:solidFill>
                  <a:srgbClr val="17342E"/>
                </a:solidFill>
              </a:defRPr>
            </a:lvl4pPr>
            <a:lvl5pPr algn="ctr">
              <a:buNone/>
              <a:defRPr sz="1800" b="1">
                <a:solidFill>
                  <a:srgbClr val="17342E"/>
                </a:solidFill>
              </a:defRPr>
            </a:lvl5pPr>
            <a:lvl6pPr algn="ctr">
              <a:buNone/>
              <a:defRPr sz="1800" b="1">
                <a:solidFill>
                  <a:srgbClr val="17342E"/>
                </a:solidFill>
              </a:defRPr>
            </a:lvl6pPr>
            <a:lvl7pPr algn="ctr">
              <a:buNone/>
              <a:defRPr sz="1800" b="1">
                <a:solidFill>
                  <a:srgbClr val="17342E"/>
                </a:solidFill>
              </a:defRPr>
            </a:lvl7pPr>
            <a:lvl8pPr algn="ctr">
              <a:buNone/>
              <a:defRPr sz="1800" b="1">
                <a:solidFill>
                  <a:srgbClr val="17342E"/>
                </a:solidFill>
              </a:defRPr>
            </a:lvl8pPr>
            <a:lvl9pPr algn="ctr">
              <a:buNone/>
              <a:defRPr sz="1800" b="1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17342E"/>
                </a:solidFill>
              </a:defRPr>
            </a:pPr>
            <a:r>
              <a:rPr sz="1800" b="1">
                <a:solidFill>
                  <a:srgbClr val="17342E"/>
                </a:solidFill>
              </a:rPr>
              <a:t>選擇 SKU</a:t>
            </a:r>
            <a:endParaRPr sz="1800" b="1">
              <a:solidFill>
                <a:srgbClr val="17342E"/>
              </a:solidFill>
            </a:endParaRPr>
          </a:p>
        </p:txBody>
      </p:sp>
      <p:sp>
        <p:nvSpPr>
          <p:cNvPr id="6" name="加入購物車">
            <a:extLst xmlns:a="http://schemas.openxmlformats.org/drawingml/2006/main">
              <a:ext uri="{FF2B5EF4-FFF2-40B4-BE49-F238E27FC236}">
                <a16:creationId xmlns:a16="http://schemas.microsoft.com/office/drawing/2014/main" id="{EB51D778-C0B2-4239-AF6D-50976869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71700"/>
            <a:ext cx="1981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9"/>
          </a:solidFill>
          <a:ln xmlns:a="http://schemas.openxmlformats.org/drawingml/2006/main" w="12383">
            <a:solidFill>
              <a:srgbClr val="14634B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17342E"/>
                </a:solidFill>
              </a:defRPr>
            </a:defPPr>
            <a:lvl1pPr algn="ctr">
              <a:buNone/>
              <a:defRPr sz="1800" b="1">
                <a:solidFill>
                  <a:srgbClr val="17342E"/>
                </a:solidFill>
              </a:defRPr>
            </a:lvl1pPr>
            <a:lvl2pPr algn="ctr">
              <a:buNone/>
              <a:defRPr sz="1800" b="1">
                <a:solidFill>
                  <a:srgbClr val="17342E"/>
                </a:solidFill>
              </a:defRPr>
            </a:lvl2pPr>
            <a:lvl3pPr algn="ctr">
              <a:buNone/>
              <a:defRPr sz="1800" b="1">
                <a:solidFill>
                  <a:srgbClr val="17342E"/>
                </a:solidFill>
              </a:defRPr>
            </a:lvl3pPr>
            <a:lvl4pPr algn="ctr">
              <a:buNone/>
              <a:defRPr sz="1800" b="1">
                <a:solidFill>
                  <a:srgbClr val="17342E"/>
                </a:solidFill>
              </a:defRPr>
            </a:lvl4pPr>
            <a:lvl5pPr algn="ctr">
              <a:buNone/>
              <a:defRPr sz="1800" b="1">
                <a:solidFill>
                  <a:srgbClr val="17342E"/>
                </a:solidFill>
              </a:defRPr>
            </a:lvl5pPr>
            <a:lvl6pPr algn="ctr">
              <a:buNone/>
              <a:defRPr sz="1800" b="1">
                <a:solidFill>
                  <a:srgbClr val="17342E"/>
                </a:solidFill>
              </a:defRPr>
            </a:lvl6pPr>
            <a:lvl7pPr algn="ctr">
              <a:buNone/>
              <a:defRPr sz="1800" b="1">
                <a:solidFill>
                  <a:srgbClr val="17342E"/>
                </a:solidFill>
              </a:defRPr>
            </a:lvl7pPr>
            <a:lvl8pPr algn="ctr">
              <a:buNone/>
              <a:defRPr sz="1800" b="1">
                <a:solidFill>
                  <a:srgbClr val="17342E"/>
                </a:solidFill>
              </a:defRPr>
            </a:lvl8pPr>
            <a:lvl9pPr algn="ctr">
              <a:buNone/>
              <a:defRPr sz="1800" b="1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17342E"/>
                </a:solidFill>
              </a:defRPr>
            </a:pPr>
            <a:r>
              <a:rPr sz="1800" b="1">
                <a:solidFill>
                  <a:srgbClr val="17342E"/>
                </a:solidFill>
              </a:rPr>
              <a:t>加入購物車</a:t>
            </a:r>
            <a:endParaRPr sz="1800" b="1">
              <a:solidFill>
                <a:srgbClr val="17342E"/>
              </a:solidFill>
            </a:endParaRPr>
          </a:p>
        </p:txBody>
      </p:sp>
      <p:sp>
        <p:nvSpPr>
          <p:cNvPr id="7" name="調整數量">
            <a:extLst xmlns:a="http://schemas.openxmlformats.org/drawingml/2006/main">
              <a:ext uri="{FF2B5EF4-FFF2-40B4-BE49-F238E27FC236}">
                <a16:creationId xmlns:a16="http://schemas.microsoft.com/office/drawing/2014/main" id="{601BAD25-003B-41A9-B38D-528A29B2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171700"/>
            <a:ext cx="1981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9"/>
          </a:solidFill>
          <a:ln xmlns:a="http://schemas.openxmlformats.org/drawingml/2006/main" w="12383">
            <a:solidFill>
              <a:srgbClr val="14634B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17342E"/>
                </a:solidFill>
              </a:defRPr>
            </a:defPPr>
            <a:lvl1pPr algn="ctr">
              <a:buNone/>
              <a:defRPr sz="1800" b="1">
                <a:solidFill>
                  <a:srgbClr val="17342E"/>
                </a:solidFill>
              </a:defRPr>
            </a:lvl1pPr>
            <a:lvl2pPr algn="ctr">
              <a:buNone/>
              <a:defRPr sz="1800" b="1">
                <a:solidFill>
                  <a:srgbClr val="17342E"/>
                </a:solidFill>
              </a:defRPr>
            </a:lvl2pPr>
            <a:lvl3pPr algn="ctr">
              <a:buNone/>
              <a:defRPr sz="1800" b="1">
                <a:solidFill>
                  <a:srgbClr val="17342E"/>
                </a:solidFill>
              </a:defRPr>
            </a:lvl3pPr>
            <a:lvl4pPr algn="ctr">
              <a:buNone/>
              <a:defRPr sz="1800" b="1">
                <a:solidFill>
                  <a:srgbClr val="17342E"/>
                </a:solidFill>
              </a:defRPr>
            </a:lvl4pPr>
            <a:lvl5pPr algn="ctr">
              <a:buNone/>
              <a:defRPr sz="1800" b="1">
                <a:solidFill>
                  <a:srgbClr val="17342E"/>
                </a:solidFill>
              </a:defRPr>
            </a:lvl5pPr>
            <a:lvl6pPr algn="ctr">
              <a:buNone/>
              <a:defRPr sz="1800" b="1">
                <a:solidFill>
                  <a:srgbClr val="17342E"/>
                </a:solidFill>
              </a:defRPr>
            </a:lvl6pPr>
            <a:lvl7pPr algn="ctr">
              <a:buNone/>
              <a:defRPr sz="1800" b="1">
                <a:solidFill>
                  <a:srgbClr val="17342E"/>
                </a:solidFill>
              </a:defRPr>
            </a:lvl7pPr>
            <a:lvl8pPr algn="ctr">
              <a:buNone/>
              <a:defRPr sz="1800" b="1">
                <a:solidFill>
                  <a:srgbClr val="17342E"/>
                </a:solidFill>
              </a:defRPr>
            </a:lvl8pPr>
            <a:lvl9pPr algn="ctr">
              <a:buNone/>
              <a:defRPr sz="1800" b="1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17342E"/>
                </a:solidFill>
              </a:defRPr>
            </a:pPr>
            <a:r>
              <a:rPr sz="1800" b="1">
                <a:solidFill>
                  <a:srgbClr val="17342E"/>
                </a:solidFill>
              </a:rPr>
              <a:t>調整數量</a:t>
            </a:r>
            <a:endParaRPr sz="1800" b="1">
              <a:solidFill>
                <a:srgbClr val="17342E"/>
              </a:solidFill>
            </a:endParaRPr>
          </a:p>
        </p:txBody>
      </p:sp>
      <p:sp>
        <p:nvSpPr>
          <p:cNvPr id="8" name="示範結帳">
            <a:extLst xmlns:a="http://schemas.openxmlformats.org/drawingml/2006/main">
              <a:ext uri="{FF2B5EF4-FFF2-40B4-BE49-F238E27FC236}">
                <a16:creationId xmlns:a16="http://schemas.microsoft.com/office/drawing/2014/main" id="{3E05B827-2ACD-47E1-AD7D-72C39FBF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71700"/>
            <a:ext cx="1981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9"/>
          </a:solidFill>
          <a:ln xmlns:a="http://schemas.openxmlformats.org/drawingml/2006/main" w="12383">
            <a:solidFill>
              <a:srgbClr val="14634B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17342E"/>
                </a:solidFill>
              </a:defRPr>
            </a:defPPr>
            <a:lvl1pPr algn="ctr">
              <a:buNone/>
              <a:defRPr sz="1800" b="1">
                <a:solidFill>
                  <a:srgbClr val="17342E"/>
                </a:solidFill>
              </a:defRPr>
            </a:lvl1pPr>
            <a:lvl2pPr algn="ctr">
              <a:buNone/>
              <a:defRPr sz="1800" b="1">
                <a:solidFill>
                  <a:srgbClr val="17342E"/>
                </a:solidFill>
              </a:defRPr>
            </a:lvl2pPr>
            <a:lvl3pPr algn="ctr">
              <a:buNone/>
              <a:defRPr sz="1800" b="1">
                <a:solidFill>
                  <a:srgbClr val="17342E"/>
                </a:solidFill>
              </a:defRPr>
            </a:lvl3pPr>
            <a:lvl4pPr algn="ctr">
              <a:buNone/>
              <a:defRPr sz="1800" b="1">
                <a:solidFill>
                  <a:srgbClr val="17342E"/>
                </a:solidFill>
              </a:defRPr>
            </a:lvl4pPr>
            <a:lvl5pPr algn="ctr">
              <a:buNone/>
              <a:defRPr sz="1800" b="1">
                <a:solidFill>
                  <a:srgbClr val="17342E"/>
                </a:solidFill>
              </a:defRPr>
            </a:lvl5pPr>
            <a:lvl6pPr algn="ctr">
              <a:buNone/>
              <a:defRPr sz="1800" b="1">
                <a:solidFill>
                  <a:srgbClr val="17342E"/>
                </a:solidFill>
              </a:defRPr>
            </a:lvl6pPr>
            <a:lvl7pPr algn="ctr">
              <a:buNone/>
              <a:defRPr sz="1800" b="1">
                <a:solidFill>
                  <a:srgbClr val="17342E"/>
                </a:solidFill>
              </a:defRPr>
            </a:lvl7pPr>
            <a:lvl8pPr algn="ctr">
              <a:buNone/>
              <a:defRPr sz="1800" b="1">
                <a:solidFill>
                  <a:srgbClr val="17342E"/>
                </a:solidFill>
              </a:defRPr>
            </a:lvl8pPr>
            <a:lvl9pPr algn="ctr">
              <a:buNone/>
              <a:defRPr sz="1800" b="1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17342E"/>
                </a:solidFill>
              </a:defRPr>
            </a:pPr>
            <a:r>
              <a:rPr sz="1800" b="1">
                <a:solidFill>
                  <a:srgbClr val="17342E"/>
                </a:solidFill>
              </a:rPr>
              <a:t>示範結帳</a:t>
            </a:r>
            <a:endParaRPr sz="1800" b="1">
              <a:solidFill>
                <a:srgbClr val="17342E"/>
              </a:solidFill>
            </a:endParaRPr>
          </a:p>
        </p:txBody>
      </p:sp>
      <p:sp>
        <p:nvSpPr>
          <p:cNvPr id="9" name="訂單與明細">
            <a:extLst xmlns:a="http://schemas.openxmlformats.org/drawingml/2006/main">
              <a:ext uri="{FF2B5EF4-FFF2-40B4-BE49-F238E27FC236}">
                <a16:creationId xmlns:a16="http://schemas.microsoft.com/office/drawing/2014/main" id="{46C375FF-2E93-4948-AEE5-25227C87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171700"/>
            <a:ext cx="1981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9"/>
          </a:solidFill>
          <a:ln xmlns:a="http://schemas.openxmlformats.org/drawingml/2006/main" w="12383">
            <a:solidFill>
              <a:srgbClr val="14634B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17342E"/>
                </a:solidFill>
              </a:defRPr>
            </a:defPPr>
            <a:lvl1pPr algn="ctr">
              <a:buNone/>
              <a:defRPr sz="1800" b="1">
                <a:solidFill>
                  <a:srgbClr val="17342E"/>
                </a:solidFill>
              </a:defRPr>
            </a:lvl1pPr>
            <a:lvl2pPr algn="ctr">
              <a:buNone/>
              <a:defRPr sz="1800" b="1">
                <a:solidFill>
                  <a:srgbClr val="17342E"/>
                </a:solidFill>
              </a:defRPr>
            </a:lvl2pPr>
            <a:lvl3pPr algn="ctr">
              <a:buNone/>
              <a:defRPr sz="1800" b="1">
                <a:solidFill>
                  <a:srgbClr val="17342E"/>
                </a:solidFill>
              </a:defRPr>
            </a:lvl3pPr>
            <a:lvl4pPr algn="ctr">
              <a:buNone/>
              <a:defRPr sz="1800" b="1">
                <a:solidFill>
                  <a:srgbClr val="17342E"/>
                </a:solidFill>
              </a:defRPr>
            </a:lvl4pPr>
            <a:lvl5pPr algn="ctr">
              <a:buNone/>
              <a:defRPr sz="1800" b="1">
                <a:solidFill>
                  <a:srgbClr val="17342E"/>
                </a:solidFill>
              </a:defRPr>
            </a:lvl5pPr>
            <a:lvl6pPr algn="ctr">
              <a:buNone/>
              <a:defRPr sz="1800" b="1">
                <a:solidFill>
                  <a:srgbClr val="17342E"/>
                </a:solidFill>
              </a:defRPr>
            </a:lvl6pPr>
            <a:lvl7pPr algn="ctr">
              <a:buNone/>
              <a:defRPr sz="1800" b="1">
                <a:solidFill>
                  <a:srgbClr val="17342E"/>
                </a:solidFill>
              </a:defRPr>
            </a:lvl7pPr>
            <a:lvl8pPr algn="ctr">
              <a:buNone/>
              <a:defRPr sz="1800" b="1">
                <a:solidFill>
                  <a:srgbClr val="17342E"/>
                </a:solidFill>
              </a:defRPr>
            </a:lvl8pPr>
            <a:lvl9pPr algn="ctr">
              <a:buNone/>
              <a:defRPr sz="1800" b="1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17342E"/>
                </a:solidFill>
              </a:defRPr>
            </a:pPr>
            <a:r>
              <a:rPr sz="1800" b="1">
                <a:solidFill>
                  <a:srgbClr val="17342E"/>
                </a:solidFill>
              </a:rPr>
              <a:t>訂單與明細</a:t>
            </a:r>
            <a:endParaRPr sz="1800" b="1">
              <a:solidFill>
                <a:srgbClr val="17342E"/>
              </a:solidFill>
            </a:endParaRPr>
          </a:p>
        </p:txBody>
      </p:sp>
      <p:sp>
        <p:nvSpPr>
          <p:cNvPr id="14" name="版本與重送">
            <a:extLst xmlns:a="http://schemas.openxmlformats.org/drawingml/2006/main">
              <a:ext uri="{FF2B5EF4-FFF2-40B4-BE49-F238E27FC236}">
                <a16:creationId xmlns:a16="http://schemas.microsoft.com/office/drawing/2014/main" id="{729009FF-50AA-47AD-8039-0D078220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05225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4634B"/>
                </a:solidFill>
              </a:defRPr>
            </a:defPPr>
            <a:lvl1pPr algn="l">
              <a:buNone/>
              <a:defRPr sz="2400" b="1">
                <a:solidFill>
                  <a:srgbClr val="14634B"/>
                </a:solidFill>
              </a:defRPr>
            </a:lvl1pPr>
            <a:lvl2pPr algn="l">
              <a:buNone/>
              <a:defRPr sz="2400" b="1">
                <a:solidFill>
                  <a:srgbClr val="14634B"/>
                </a:solidFill>
              </a:defRPr>
            </a:lvl2pPr>
            <a:lvl3pPr algn="l">
              <a:buNone/>
              <a:defRPr sz="2400" b="1">
                <a:solidFill>
                  <a:srgbClr val="14634B"/>
                </a:solidFill>
              </a:defRPr>
            </a:lvl3pPr>
            <a:lvl4pPr algn="l">
              <a:buNone/>
              <a:defRPr sz="2400" b="1">
                <a:solidFill>
                  <a:srgbClr val="14634B"/>
                </a:solidFill>
              </a:defRPr>
            </a:lvl4pPr>
            <a:lvl5pPr algn="l">
              <a:buNone/>
              <a:defRPr sz="2400" b="1">
                <a:solidFill>
                  <a:srgbClr val="14634B"/>
                </a:solidFill>
              </a:defRPr>
            </a:lvl5pPr>
            <a:lvl6pPr algn="l">
              <a:buNone/>
              <a:defRPr sz="2400" b="1">
                <a:solidFill>
                  <a:srgbClr val="14634B"/>
                </a:solidFill>
              </a:defRPr>
            </a:lvl6pPr>
            <a:lvl7pPr algn="l">
              <a:buNone/>
              <a:defRPr sz="2400" b="1">
                <a:solidFill>
                  <a:srgbClr val="14634B"/>
                </a:solidFill>
              </a:defRPr>
            </a:lvl7pPr>
            <a:lvl8pPr algn="l">
              <a:buNone/>
              <a:defRPr sz="2400" b="1">
                <a:solidFill>
                  <a:srgbClr val="14634B"/>
                </a:solidFill>
              </a:defRPr>
            </a:lvl8pPr>
            <a:lvl9pPr algn="l">
              <a:buNone/>
              <a:defRPr sz="240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14634B"/>
                </a:solidFill>
              </a:defRPr>
            </a:pPr>
            <a:r>
              <a:rPr sz="2400" b="1">
                <a:solidFill>
                  <a:srgbClr val="14634B"/>
                </a:solidFill>
              </a:rPr>
              <a:t>版本與重送</a:t>
            </a:r>
            <a:endParaRPr sz="2400" b="1">
              <a:solidFill>
                <a:srgbClr val="14634B"/>
              </a:solidFill>
            </a:endParaRPr>
          </a:p>
        </p:txBody>
      </p:sp>
      <p:sp>
        <p:nvSpPr>
          <p:cNvPr id="15" name="購物車版本不同時回報衝突&#10;同一結帳識別碼重送不重複扣">
            <a:extLst xmlns:a="http://schemas.openxmlformats.org/drawingml/2006/main">
              <a:ext uri="{FF2B5EF4-FFF2-40B4-BE49-F238E27FC236}">
                <a16:creationId xmlns:a16="http://schemas.microsoft.com/office/drawing/2014/main" id="{4B2E3F37-0282-4029-946F-2A694F2F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95775"/>
            <a:ext cx="5048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17342E"/>
                </a:solidFill>
              </a:defRPr>
            </a:defPPr>
            <a:lvl1pPr algn="l">
              <a:buNone/>
              <a:defRPr sz="2025" b="0">
                <a:solidFill>
                  <a:srgbClr val="17342E"/>
                </a:solidFill>
              </a:defRPr>
            </a:lvl1pPr>
            <a:lvl2pPr algn="l">
              <a:buNone/>
              <a:defRPr sz="2025" b="0">
                <a:solidFill>
                  <a:srgbClr val="17342E"/>
                </a:solidFill>
              </a:defRPr>
            </a:lvl2pPr>
            <a:lvl3pPr algn="l">
              <a:buNone/>
              <a:defRPr sz="2025" b="0">
                <a:solidFill>
                  <a:srgbClr val="17342E"/>
                </a:solidFill>
              </a:defRPr>
            </a:lvl3pPr>
            <a:lvl4pPr algn="l">
              <a:buNone/>
              <a:defRPr sz="2025" b="0">
                <a:solidFill>
                  <a:srgbClr val="17342E"/>
                </a:solidFill>
              </a:defRPr>
            </a:lvl4pPr>
            <a:lvl5pPr algn="l">
              <a:buNone/>
              <a:defRPr sz="2025" b="0">
                <a:solidFill>
                  <a:srgbClr val="17342E"/>
                </a:solidFill>
              </a:defRPr>
            </a:lvl5pPr>
            <a:lvl6pPr algn="l">
              <a:buNone/>
              <a:defRPr sz="2025" b="0">
                <a:solidFill>
                  <a:srgbClr val="17342E"/>
                </a:solidFill>
              </a:defRPr>
            </a:lvl6pPr>
            <a:lvl7pPr algn="l">
              <a:buNone/>
              <a:defRPr sz="2025" b="0">
                <a:solidFill>
                  <a:srgbClr val="17342E"/>
                </a:solidFill>
              </a:defRPr>
            </a:lvl7pPr>
            <a:lvl8pPr algn="l">
              <a:buNone/>
              <a:defRPr sz="2025" b="0">
                <a:solidFill>
                  <a:srgbClr val="17342E"/>
                </a:solidFill>
              </a:defRPr>
            </a:lvl8pPr>
            <a:lvl9pPr algn="l">
              <a:buNone/>
              <a:defRPr sz="2025" b="0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購物車版本不同時回報衝突</a:t>
            </a:r>
            <a:endParaRPr sz="2025" b="0">
              <a:solidFill>
                <a:srgbClr val="17342E"/>
              </a:solidFill>
            </a:endParaRPr>
          </a:p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同一結帳識別碼重送不重複扣庫存</a:t>
            </a:r>
            <a:endParaRPr sz="2025" b="0">
              <a:solidFill>
                <a:srgbClr val="17342E"/>
              </a:solidFill>
            </a:endParaRPr>
          </a:p>
        </p:txBody>
      </p:sp>
      <p:sp>
        <p:nvSpPr>
          <p:cNvPr id="16" name="交易與回滾">
            <a:extLst xmlns:a="http://schemas.openxmlformats.org/drawingml/2006/main">
              <a:ext uri="{FF2B5EF4-FFF2-40B4-BE49-F238E27FC236}">
                <a16:creationId xmlns:a16="http://schemas.microsoft.com/office/drawing/2014/main" id="{1EBA3A96-7A9D-4FAB-8864-F09DC77F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05225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4634B"/>
                </a:solidFill>
              </a:defRPr>
            </a:defPPr>
            <a:lvl1pPr algn="l">
              <a:buNone/>
              <a:defRPr sz="2400" b="1">
                <a:solidFill>
                  <a:srgbClr val="14634B"/>
                </a:solidFill>
              </a:defRPr>
            </a:lvl1pPr>
            <a:lvl2pPr algn="l">
              <a:buNone/>
              <a:defRPr sz="2400" b="1">
                <a:solidFill>
                  <a:srgbClr val="14634B"/>
                </a:solidFill>
              </a:defRPr>
            </a:lvl2pPr>
            <a:lvl3pPr algn="l">
              <a:buNone/>
              <a:defRPr sz="2400" b="1">
                <a:solidFill>
                  <a:srgbClr val="14634B"/>
                </a:solidFill>
              </a:defRPr>
            </a:lvl3pPr>
            <a:lvl4pPr algn="l">
              <a:buNone/>
              <a:defRPr sz="2400" b="1">
                <a:solidFill>
                  <a:srgbClr val="14634B"/>
                </a:solidFill>
              </a:defRPr>
            </a:lvl4pPr>
            <a:lvl5pPr algn="l">
              <a:buNone/>
              <a:defRPr sz="2400" b="1">
                <a:solidFill>
                  <a:srgbClr val="14634B"/>
                </a:solidFill>
              </a:defRPr>
            </a:lvl5pPr>
            <a:lvl6pPr algn="l">
              <a:buNone/>
              <a:defRPr sz="2400" b="1">
                <a:solidFill>
                  <a:srgbClr val="14634B"/>
                </a:solidFill>
              </a:defRPr>
            </a:lvl6pPr>
            <a:lvl7pPr algn="l">
              <a:buNone/>
              <a:defRPr sz="2400" b="1">
                <a:solidFill>
                  <a:srgbClr val="14634B"/>
                </a:solidFill>
              </a:defRPr>
            </a:lvl7pPr>
            <a:lvl8pPr algn="l">
              <a:buNone/>
              <a:defRPr sz="2400" b="1">
                <a:solidFill>
                  <a:srgbClr val="14634B"/>
                </a:solidFill>
              </a:defRPr>
            </a:lvl8pPr>
            <a:lvl9pPr algn="l">
              <a:buNone/>
              <a:defRPr sz="240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14634B"/>
                </a:solidFill>
              </a:defRPr>
            </a:pPr>
            <a:r>
              <a:rPr sz="2400" b="1">
                <a:solidFill>
                  <a:srgbClr val="14634B"/>
                </a:solidFill>
              </a:rPr>
              <a:t>交易與回滾</a:t>
            </a:r>
            <a:endParaRPr sz="2400" b="1">
              <a:solidFill>
                <a:srgbClr val="14634B"/>
              </a:solidFill>
            </a:endParaRPr>
          </a:p>
        </p:txBody>
      </p:sp>
      <p:sp>
        <p:nvSpPr>
          <p:cNvPr id="17" name="訂單、明細與庫存在交易內完成&#10;缺貨或中途錯誤時回滾">
            <a:extLst xmlns:a="http://schemas.openxmlformats.org/drawingml/2006/main">
              <a:ext uri="{FF2B5EF4-FFF2-40B4-BE49-F238E27FC236}">
                <a16:creationId xmlns:a16="http://schemas.microsoft.com/office/drawing/2014/main" id="{A0B8C600-14E7-45E4-90A0-EA25DCB7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95775"/>
            <a:ext cx="5143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17342E"/>
                </a:solidFill>
              </a:defRPr>
            </a:defPPr>
            <a:lvl1pPr algn="l">
              <a:buNone/>
              <a:defRPr sz="2025" b="0">
                <a:solidFill>
                  <a:srgbClr val="17342E"/>
                </a:solidFill>
              </a:defRPr>
            </a:lvl1pPr>
            <a:lvl2pPr algn="l">
              <a:buNone/>
              <a:defRPr sz="2025" b="0">
                <a:solidFill>
                  <a:srgbClr val="17342E"/>
                </a:solidFill>
              </a:defRPr>
            </a:lvl2pPr>
            <a:lvl3pPr algn="l">
              <a:buNone/>
              <a:defRPr sz="2025" b="0">
                <a:solidFill>
                  <a:srgbClr val="17342E"/>
                </a:solidFill>
              </a:defRPr>
            </a:lvl3pPr>
            <a:lvl4pPr algn="l">
              <a:buNone/>
              <a:defRPr sz="2025" b="0">
                <a:solidFill>
                  <a:srgbClr val="17342E"/>
                </a:solidFill>
              </a:defRPr>
            </a:lvl4pPr>
            <a:lvl5pPr algn="l">
              <a:buNone/>
              <a:defRPr sz="2025" b="0">
                <a:solidFill>
                  <a:srgbClr val="17342E"/>
                </a:solidFill>
              </a:defRPr>
            </a:lvl5pPr>
            <a:lvl6pPr algn="l">
              <a:buNone/>
              <a:defRPr sz="2025" b="0">
                <a:solidFill>
                  <a:srgbClr val="17342E"/>
                </a:solidFill>
              </a:defRPr>
            </a:lvl6pPr>
            <a:lvl7pPr algn="l">
              <a:buNone/>
              <a:defRPr sz="2025" b="0">
                <a:solidFill>
                  <a:srgbClr val="17342E"/>
                </a:solidFill>
              </a:defRPr>
            </a:lvl7pPr>
            <a:lvl8pPr algn="l">
              <a:buNone/>
              <a:defRPr sz="2025" b="0">
                <a:solidFill>
                  <a:srgbClr val="17342E"/>
                </a:solidFill>
              </a:defRPr>
            </a:lvl8pPr>
            <a:lvl9pPr algn="l">
              <a:buNone/>
              <a:defRPr sz="2025" b="0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訂單、明細與庫存在交易內完成</a:t>
            </a:r>
            <a:endParaRPr sz="2025" b="0">
              <a:solidFill>
                <a:srgbClr val="17342E"/>
              </a:solidFill>
            </a:endParaRPr>
          </a:p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缺貨或中途錯誤時回滾</a:t>
            </a:r>
            <a:endParaRPr sz="2025" b="0">
              <a:solidFill>
                <a:srgbClr val="17342E"/>
              </a:solidFill>
            </a:endParaRPr>
          </a:p>
        </p:txBody>
      </p:sp>
      <p:sp>
        <p:nvSpPr>
          <p:cNvPr id="18" name="示範訂單標記 is_demo；付款與物流整合列為後續">
            <a:extLst xmlns:a="http://schemas.openxmlformats.org/drawingml/2006/main">
              <a:ext uri="{FF2B5EF4-FFF2-40B4-BE49-F238E27FC236}">
                <a16:creationId xmlns:a16="http://schemas.microsoft.com/office/drawing/2014/main" id="{D3C29365-E888-4116-B950-08B140C5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1502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36760"/>
                </a:solidFill>
              </a:defRPr>
            </a:defPPr>
            <a:lvl1pPr algn="l">
              <a:buNone/>
              <a:defRPr sz="1800" b="0">
                <a:solidFill>
                  <a:srgbClr val="536760"/>
                </a:solidFill>
              </a:defRPr>
            </a:lvl1pPr>
            <a:lvl2pPr algn="l">
              <a:buNone/>
              <a:defRPr sz="1800" b="0">
                <a:solidFill>
                  <a:srgbClr val="536760"/>
                </a:solidFill>
              </a:defRPr>
            </a:lvl2pPr>
            <a:lvl3pPr algn="l">
              <a:buNone/>
              <a:defRPr sz="1800" b="0">
                <a:solidFill>
                  <a:srgbClr val="536760"/>
                </a:solidFill>
              </a:defRPr>
            </a:lvl3pPr>
            <a:lvl4pPr algn="l">
              <a:buNone/>
              <a:defRPr sz="1800" b="0">
                <a:solidFill>
                  <a:srgbClr val="536760"/>
                </a:solidFill>
              </a:defRPr>
            </a:lvl4pPr>
            <a:lvl5pPr algn="l">
              <a:buNone/>
              <a:defRPr sz="1800" b="0">
                <a:solidFill>
                  <a:srgbClr val="536760"/>
                </a:solidFill>
              </a:defRPr>
            </a:lvl5pPr>
            <a:lvl6pPr algn="l">
              <a:buNone/>
              <a:defRPr sz="1800" b="0">
                <a:solidFill>
                  <a:srgbClr val="536760"/>
                </a:solidFill>
              </a:defRPr>
            </a:lvl6pPr>
            <a:lvl7pPr algn="l">
              <a:buNone/>
              <a:defRPr sz="1800" b="0">
                <a:solidFill>
                  <a:srgbClr val="536760"/>
                </a:solidFill>
              </a:defRPr>
            </a:lvl7pPr>
            <a:lvl8pPr algn="l">
              <a:buNone/>
              <a:defRPr sz="1800" b="0">
                <a:solidFill>
                  <a:srgbClr val="536760"/>
                </a:solidFill>
              </a:defRPr>
            </a:lvl8pPr>
            <a:lvl9pPr algn="l">
              <a:buNone/>
              <a:defRPr sz="18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36760"/>
                </a:solidFill>
              </a:defRPr>
            </a:pPr>
            <a:r>
              <a:rPr sz="1800" b="0">
                <a:solidFill>
                  <a:srgbClr val="536760"/>
                </a:solidFill>
              </a:rPr>
              <a:t>示範訂單標記 is_demo；本階段未串接真實金流，沒有實際扣款</a:t>
            </a:r>
            <a:endParaRPr sz="1800" b="0">
              <a:solidFill>
                <a:srgbClr val="5367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0237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22D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直接箭頭連接符 8">
            <a:extLst xmlns:a="http://schemas.openxmlformats.org/drawingml/2006/main">
              <a:ext uri="{FF2B5EF4-FFF2-40B4-BE49-F238E27FC236}">
                <a16:creationId xmlns:a16="http://schemas.microsoft.com/office/drawing/2014/main" id="{698436A4-73FE-4CE1-8660-1204598F1C4E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190875" y="3800475"/>
            <a:ext cx="0" cy="390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C5CD"/>
            </a:solidFill>
            <a:prstDash val="dash"/>
            <a:tailEnd type="triangle" w="sm" len="sm"/>
          </a:ln>
        </p:spPr>
      </p:cxnSp>
      <p:cxnSp>
        <p:nvCxnSpPr>
          <p:cNvPr id="8" name="直接箭頭連接符 7">
            <a:extLst xmlns:a="http://schemas.openxmlformats.org/drawingml/2006/main">
              <a:ext uri="{FF2B5EF4-FFF2-40B4-BE49-F238E27FC236}">
                <a16:creationId xmlns:a16="http://schemas.microsoft.com/office/drawing/2014/main" id="{C9E9D418-A972-475B-AEAB-6283887CB7A0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190875" y="2743200"/>
            <a:ext cx="0" cy="390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C5CD"/>
            </a:solidFill>
            <a:prstDash val="solid"/>
            <a:tailEnd type="triangle" w="sm" len="sm"/>
          </a:ln>
        </p:spPr>
      </p:cxnSp>
      <p:sp>
        <p:nvSpPr>
          <p:cNvPr id="14" name="可解釋推薦與退回流程">
            <a:extLst xmlns:a="http://schemas.openxmlformats.org/drawingml/2006/main">
              <a:ext uri="{FF2B5EF4-FFF2-40B4-BE49-F238E27FC236}">
                <a16:creationId xmlns:a16="http://schemas.microsoft.com/office/drawing/2014/main" id="{EE116460-24C7-4C6F-99DD-AB00D976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</a:defRPr>
            </a:defPPr>
            <a:lvl1pPr algn="l">
              <a:buNone/>
              <a:defRPr sz="3300" b="1">
                <a:solidFill>
                  <a:srgbClr val="FFFFFF"/>
                </a:solidFill>
              </a:defRPr>
            </a:lvl1pPr>
            <a:lvl2pPr algn="l">
              <a:buNone/>
              <a:defRPr sz="3300" b="1">
                <a:solidFill>
                  <a:srgbClr val="FFFFFF"/>
                </a:solidFill>
              </a:defRPr>
            </a:lvl2pPr>
            <a:lvl3pPr algn="l">
              <a:buNone/>
              <a:defRPr sz="3300" b="1">
                <a:solidFill>
                  <a:srgbClr val="FFFFFF"/>
                </a:solidFill>
              </a:defRPr>
            </a:lvl3pPr>
            <a:lvl4pPr algn="l">
              <a:buNone/>
              <a:defRPr sz="3300" b="1">
                <a:solidFill>
                  <a:srgbClr val="FFFFFF"/>
                </a:solidFill>
              </a:defRPr>
            </a:lvl4pPr>
            <a:lvl5pPr algn="l">
              <a:buNone/>
              <a:defRPr sz="3300" b="1">
                <a:solidFill>
                  <a:srgbClr val="FFFFFF"/>
                </a:solidFill>
              </a:defRPr>
            </a:lvl5pPr>
            <a:lvl6pPr algn="l">
              <a:buNone/>
              <a:defRPr sz="3300" b="1">
                <a:solidFill>
                  <a:srgbClr val="FFFFFF"/>
                </a:solidFill>
              </a:defRPr>
            </a:lvl6pPr>
            <a:lvl7pPr algn="l">
              <a:buNone/>
              <a:defRPr sz="3300" b="1">
                <a:solidFill>
                  <a:srgbClr val="FFFFFF"/>
                </a:solidFill>
              </a:defRPr>
            </a:lvl7pPr>
            <a:lvl8pPr algn="l">
              <a:buNone/>
              <a:defRPr sz="3300" b="1">
                <a:solidFill>
                  <a:srgbClr val="FFFFFF"/>
                </a:solidFill>
              </a:defRPr>
            </a:lvl8pPr>
            <a:lvl9pPr algn="l">
              <a:buNone/>
              <a:defRPr sz="33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LOCAL AI 的目的：找到更合適的商品</a:t>
            </a:r>
            <a:endParaRPr sz="3300" b="1">
              <a:solidFill>
                <a:srgbClr val="FFFFFF"/>
              </a:solidFill>
            </a:endParaRPr>
          </a:p>
        </p:txBody>
      </p:sp>
      <p:sp>
        <p:nvSpPr>
          <p:cNvPr id="2" name="先確認商品可售，再依查詢與行為資料產生推薦">
            <a:extLst xmlns:a="http://schemas.openxmlformats.org/drawingml/2006/main">
              <a:ext uri="{FF2B5EF4-FFF2-40B4-BE49-F238E27FC236}">
                <a16:creationId xmlns:a16="http://schemas.microsoft.com/office/drawing/2014/main" id="{E0EBDE6B-6BAA-45A6-87D4-4B93EF6E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B8DCD4"/>
                </a:solidFill>
              </a:defRPr>
            </a:defPPr>
            <a:lvl1pPr algn="l">
              <a:buNone/>
              <a:defRPr sz="1800" b="0">
                <a:solidFill>
                  <a:srgbClr val="B8DCD4"/>
                </a:solidFill>
              </a:defRPr>
            </a:lvl1pPr>
            <a:lvl2pPr algn="l">
              <a:buNone/>
              <a:defRPr sz="1800" b="0">
                <a:solidFill>
                  <a:srgbClr val="B8DCD4"/>
                </a:solidFill>
              </a:defRPr>
            </a:lvl2pPr>
            <a:lvl3pPr algn="l">
              <a:buNone/>
              <a:defRPr sz="1800" b="0">
                <a:solidFill>
                  <a:srgbClr val="B8DCD4"/>
                </a:solidFill>
              </a:defRPr>
            </a:lvl3pPr>
            <a:lvl4pPr algn="l">
              <a:buNone/>
              <a:defRPr sz="1800" b="0">
                <a:solidFill>
                  <a:srgbClr val="B8DCD4"/>
                </a:solidFill>
              </a:defRPr>
            </a:lvl4pPr>
            <a:lvl5pPr algn="l">
              <a:buNone/>
              <a:defRPr sz="1800" b="0">
                <a:solidFill>
                  <a:srgbClr val="B8DCD4"/>
                </a:solidFill>
              </a:defRPr>
            </a:lvl5pPr>
            <a:lvl6pPr algn="l">
              <a:buNone/>
              <a:defRPr sz="1800" b="0">
                <a:solidFill>
                  <a:srgbClr val="B8DCD4"/>
                </a:solidFill>
              </a:defRPr>
            </a:lvl6pPr>
            <a:lvl7pPr algn="l">
              <a:buNone/>
              <a:defRPr sz="1800" b="0">
                <a:solidFill>
                  <a:srgbClr val="B8DCD4"/>
                </a:solidFill>
              </a:defRPr>
            </a:lvl7pPr>
            <a:lvl8pPr algn="l">
              <a:buNone/>
              <a:defRPr sz="1800" b="0">
                <a:solidFill>
                  <a:srgbClr val="B8DCD4"/>
                </a:solidFill>
              </a:defRPr>
            </a:lvl8pPr>
            <a:lvl9pPr algn="l">
              <a:buNone/>
              <a:defRPr sz="1800" b="0">
                <a:solidFill>
                  <a:srgbClr val="B8DCD4"/>
                </a:solidFill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B8DCD4"/>
                </a:solidFill>
              </a:defRPr>
            </a:pPr>
            <a:r>
              <a:rPr sz="1800" b="0">
                <a:solidFill>
                  <a:srgbClr val="B8DCD4"/>
                </a:solidFill>
              </a:rPr>
              <a:t>BGE 理解商品語意，結合偏好與可售庫存產生推薦候選</a:t>
            </a:r>
            <a:endParaRPr sz="1800" b="0">
              <a:solidFill>
                <a:srgbClr val="B8DCD4"/>
              </a:solidFill>
            </a:endParaRPr>
          </a:p>
        </p:txBody>
      </p:sp>
      <p:sp>
        <p:nvSpPr>
          <p:cNvPr id="3" name="VibeCart AI">
            <a:extLst xmlns:a="http://schemas.openxmlformats.org/drawingml/2006/main">
              <a:ext uri="{FF2B5EF4-FFF2-40B4-BE49-F238E27FC236}">
                <a16:creationId xmlns:a16="http://schemas.microsoft.com/office/drawing/2014/main" id="{21088DB6-A940-4344-BE02-530824EE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BCD9D0"/>
                </a:solidFill>
              </a:defRPr>
            </a:defPPr>
            <a:lvl1pPr algn="l">
              <a:buNone/>
              <a:defRPr sz="1200" b="0">
                <a:solidFill>
                  <a:srgbClr val="BCD9D0"/>
                </a:solidFill>
              </a:defRPr>
            </a:lvl1pPr>
            <a:lvl2pPr algn="l">
              <a:buNone/>
              <a:defRPr sz="1200" b="0">
                <a:solidFill>
                  <a:srgbClr val="BCD9D0"/>
                </a:solidFill>
              </a:defRPr>
            </a:lvl2pPr>
            <a:lvl3pPr algn="l">
              <a:buNone/>
              <a:defRPr sz="1200" b="0">
                <a:solidFill>
                  <a:srgbClr val="BCD9D0"/>
                </a:solidFill>
              </a:defRPr>
            </a:lvl3pPr>
            <a:lvl4pPr algn="l">
              <a:buNone/>
              <a:defRPr sz="1200" b="0">
                <a:solidFill>
                  <a:srgbClr val="BCD9D0"/>
                </a:solidFill>
              </a:defRPr>
            </a:lvl4pPr>
            <a:lvl5pPr algn="l">
              <a:buNone/>
              <a:defRPr sz="1200" b="0">
                <a:solidFill>
                  <a:srgbClr val="BCD9D0"/>
                </a:solidFill>
              </a:defRPr>
            </a:lvl5pPr>
            <a:lvl6pPr algn="l">
              <a:buNone/>
              <a:defRPr sz="1200" b="0">
                <a:solidFill>
                  <a:srgbClr val="BCD9D0"/>
                </a:solidFill>
              </a:defRPr>
            </a:lvl6pPr>
            <a:lvl7pPr algn="l">
              <a:buNone/>
              <a:defRPr sz="1200" b="0">
                <a:solidFill>
                  <a:srgbClr val="BCD9D0"/>
                </a:solidFill>
              </a:defRPr>
            </a:lvl7pPr>
            <a:lvl8pPr algn="l">
              <a:buNone/>
              <a:defRPr sz="1200" b="0">
                <a:solidFill>
                  <a:srgbClr val="BCD9D0"/>
                </a:solidFill>
              </a:defRPr>
            </a:lvl8pPr>
            <a:lvl9pPr algn="l">
              <a:buNone/>
              <a:defRPr sz="1200" b="0">
                <a:solidFill>
                  <a:srgbClr val="BCD9D0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BCD9D0"/>
                </a:solidFill>
              </a:defRPr>
            </a:pPr>
            <a:r>
              <a:rPr sz="1200" b="0">
                <a:solidFill>
                  <a:srgbClr val="BCD9D0"/>
                </a:solidFill>
              </a:rPr>
              <a:t>VibeCart AI</a:t>
            </a:r>
            <a:endParaRPr sz="1200" b="0">
              <a:solidFill>
                <a:srgbClr val="BCD9D0"/>
              </a:solidFill>
            </a:endParaRPr>
          </a:p>
        </p:txBody>
      </p:sp>
      <p:sp>
        <p:nvSpPr>
          <p:cNvPr id="4" name="08">
            <a:extLst xmlns:a="http://schemas.openxmlformats.org/drawingml/2006/main">
              <a:ext uri="{FF2B5EF4-FFF2-40B4-BE49-F238E27FC236}">
                <a16:creationId xmlns:a16="http://schemas.microsoft.com/office/drawing/2014/main" id="{8AE8A4B9-C397-4AD5-96E4-A57125E1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38C5CD"/>
                </a:solidFill>
              </a:defRPr>
            </a:defPPr>
            <a:lvl1pPr algn="l">
              <a:buNone/>
              <a:defRPr sz="1350" b="1">
                <a:solidFill>
                  <a:srgbClr val="38C5CD"/>
                </a:solidFill>
              </a:defRPr>
            </a:lvl1pPr>
            <a:lvl2pPr algn="l">
              <a:buNone/>
              <a:defRPr sz="1350" b="1">
                <a:solidFill>
                  <a:srgbClr val="38C5CD"/>
                </a:solidFill>
              </a:defRPr>
            </a:lvl2pPr>
            <a:lvl3pPr algn="l">
              <a:buNone/>
              <a:defRPr sz="1350" b="1">
                <a:solidFill>
                  <a:srgbClr val="38C5CD"/>
                </a:solidFill>
              </a:defRPr>
            </a:lvl3pPr>
            <a:lvl4pPr algn="l">
              <a:buNone/>
              <a:defRPr sz="1350" b="1">
                <a:solidFill>
                  <a:srgbClr val="38C5CD"/>
                </a:solidFill>
              </a:defRPr>
            </a:lvl4pPr>
            <a:lvl5pPr algn="l">
              <a:buNone/>
              <a:defRPr sz="1350" b="1">
                <a:solidFill>
                  <a:srgbClr val="38C5CD"/>
                </a:solidFill>
              </a:defRPr>
            </a:lvl5pPr>
            <a:lvl6pPr algn="l">
              <a:buNone/>
              <a:defRPr sz="1350" b="1">
                <a:solidFill>
                  <a:srgbClr val="38C5CD"/>
                </a:solidFill>
              </a:defRPr>
            </a:lvl6pPr>
            <a:lvl7pPr algn="l">
              <a:buNone/>
              <a:defRPr sz="1350" b="1">
                <a:solidFill>
                  <a:srgbClr val="38C5CD"/>
                </a:solidFill>
              </a:defRPr>
            </a:lvl7pPr>
            <a:lvl8pPr algn="l">
              <a:buNone/>
              <a:defRPr sz="1350" b="1">
                <a:solidFill>
                  <a:srgbClr val="38C5CD"/>
                </a:solidFill>
              </a:defRPr>
            </a:lvl8pPr>
            <a:lvl9pPr algn="l">
              <a:buNone/>
              <a:defRPr sz="1350" b="1">
                <a:solidFill>
                  <a:srgbClr val="38C5CD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38C5CD"/>
                </a:solidFill>
              </a:defRPr>
            </a:pPr>
            <a:r>
              <a:rPr sz="1350" b="1">
                <a:solidFill>
                  <a:srgbClr val="38C5CD"/>
                </a:solidFill>
              </a:rPr>
              <a:t>08</a:t>
            </a:r>
            <a:endParaRPr sz="1350" b="1">
              <a:solidFill>
                <a:srgbClr val="38C5CD"/>
              </a:solidFill>
            </a:endParaRPr>
          </a:p>
        </p:txBody>
      </p:sp>
      <p:sp>
        <p:nvSpPr>
          <p:cNvPr id="5" name="有效商品與可購庫存">
            <a:extLst xmlns:a="http://schemas.openxmlformats.org/drawingml/2006/main">
              <a:ext uri="{FF2B5EF4-FFF2-40B4-BE49-F238E27FC236}">
                <a16:creationId xmlns:a16="http://schemas.microsoft.com/office/drawing/2014/main" id="{27900F55-2648-4199-8AF1-672FC764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514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4653"/>
          </a:solidFill>
          <a:ln xmlns:a="http://schemas.openxmlformats.org/drawingml/2006/main" w="12383">
            <a:solidFill>
              <a:srgbClr val="467682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buNone/>
              <a:defRPr sz="1800" b="1">
                <a:solidFill>
                  <a:srgbClr val="FFFFFF"/>
                </a:solidFill>
              </a:defRPr>
            </a:lvl1pPr>
            <a:lvl2pPr algn="ctr">
              <a:buNone/>
              <a:defRPr sz="1800" b="1">
                <a:solidFill>
                  <a:srgbClr val="FFFFFF"/>
                </a:solidFill>
              </a:defRPr>
            </a:lvl2pPr>
            <a:lvl3pPr algn="ctr">
              <a:buNone/>
              <a:defRPr sz="1800" b="1">
                <a:solidFill>
                  <a:srgbClr val="FFFFFF"/>
                </a:solidFill>
              </a:defRPr>
            </a:lvl3pPr>
            <a:lvl4pPr algn="ctr">
              <a:buNone/>
              <a:defRPr sz="1800" b="1">
                <a:solidFill>
                  <a:srgbClr val="FFFFFF"/>
                </a:solidFill>
              </a:defRPr>
            </a:lvl4pPr>
            <a:lvl5pPr algn="ctr">
              <a:buNone/>
              <a:defRPr sz="1800" b="1">
                <a:solidFill>
                  <a:srgbClr val="FFFFFF"/>
                </a:solidFill>
              </a:defRPr>
            </a:lvl5pPr>
            <a:lvl6pPr algn="ctr">
              <a:buNone/>
              <a:defRPr sz="1800" b="1">
                <a:solidFill>
                  <a:srgbClr val="FFFFFF"/>
                </a:solidFill>
              </a:defRPr>
            </a:lvl6pPr>
            <a:lvl7pPr algn="ctr">
              <a:buNone/>
              <a:defRPr sz="1800" b="1">
                <a:solidFill>
                  <a:srgbClr val="FFFFFF"/>
                </a:solidFill>
              </a:defRPr>
            </a:lvl7pPr>
            <a:lvl8pPr algn="ctr">
              <a:buNone/>
              <a:defRPr sz="1800" b="1">
                <a:solidFill>
                  <a:srgbClr val="FFFFFF"/>
                </a:solidFill>
              </a:defRPr>
            </a:lvl8pPr>
            <a:lvl9pPr algn="ctr">
              <a:buNone/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商品資料與可售庫存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6" name="規則基線與冷啟動">
            <a:extLst xmlns:a="http://schemas.openxmlformats.org/drawingml/2006/main">
              <a:ext uri="{FF2B5EF4-FFF2-40B4-BE49-F238E27FC236}">
                <a16:creationId xmlns:a16="http://schemas.microsoft.com/office/drawing/2014/main" id="{7F714D45-1511-46C3-8338-2E942C53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33725"/>
            <a:ext cx="514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4653"/>
          </a:solidFill>
          <a:ln xmlns:a="http://schemas.openxmlformats.org/drawingml/2006/main" w="12383">
            <a:solidFill>
              <a:srgbClr val="467682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buNone/>
              <a:defRPr sz="1800" b="1">
                <a:solidFill>
                  <a:srgbClr val="FFFFFF"/>
                </a:solidFill>
              </a:defRPr>
            </a:lvl1pPr>
            <a:lvl2pPr algn="ctr">
              <a:buNone/>
              <a:defRPr sz="1800" b="1">
                <a:solidFill>
                  <a:srgbClr val="FFFFFF"/>
                </a:solidFill>
              </a:defRPr>
            </a:lvl2pPr>
            <a:lvl3pPr algn="ctr">
              <a:buNone/>
              <a:defRPr sz="1800" b="1">
                <a:solidFill>
                  <a:srgbClr val="FFFFFF"/>
                </a:solidFill>
              </a:defRPr>
            </a:lvl3pPr>
            <a:lvl4pPr algn="ctr">
              <a:buNone/>
              <a:defRPr sz="1800" b="1">
                <a:solidFill>
                  <a:srgbClr val="FFFFFF"/>
                </a:solidFill>
              </a:defRPr>
            </a:lvl4pPr>
            <a:lvl5pPr algn="ctr">
              <a:buNone/>
              <a:defRPr sz="1800" b="1">
                <a:solidFill>
                  <a:srgbClr val="FFFFFF"/>
                </a:solidFill>
              </a:defRPr>
            </a:lvl5pPr>
            <a:lvl6pPr algn="ctr">
              <a:buNone/>
              <a:defRPr sz="1800" b="1">
                <a:solidFill>
                  <a:srgbClr val="FFFFFF"/>
                </a:solidFill>
              </a:defRPr>
            </a:lvl6pPr>
            <a:lvl7pPr algn="ctr">
              <a:buNone/>
              <a:defRPr sz="1800" b="1">
                <a:solidFill>
                  <a:srgbClr val="FFFFFF"/>
                </a:solidFill>
              </a:defRPr>
            </a:lvl7pPr>
            <a:lvl8pPr algn="ctr">
              <a:buNone/>
              <a:defRPr sz="1800" b="1">
                <a:solidFill>
                  <a:srgbClr val="FFFFFF"/>
                </a:solidFill>
              </a:defRPr>
            </a:lvl8pPr>
            <a:lvl9pPr algn="ctr">
              <a:buNone/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偏好與規則基線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7" name="BGE 語意相似排序">
            <a:extLst xmlns:a="http://schemas.openxmlformats.org/drawingml/2006/main">
              <a:ext uri="{FF2B5EF4-FFF2-40B4-BE49-F238E27FC236}">
                <a16:creationId xmlns:a16="http://schemas.microsoft.com/office/drawing/2014/main" id="{E4CCDBA5-01A5-4996-881B-F75F7301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514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4653"/>
          </a:solidFill>
          <a:ln xmlns:a="http://schemas.openxmlformats.org/drawingml/2006/main" w="12383">
            <a:solidFill>
              <a:srgbClr val="467682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buNone/>
              <a:defRPr sz="1800" b="1">
                <a:solidFill>
                  <a:srgbClr val="FFFFFF"/>
                </a:solidFill>
              </a:defRPr>
            </a:lvl1pPr>
            <a:lvl2pPr algn="ctr">
              <a:buNone/>
              <a:defRPr sz="1800" b="1">
                <a:solidFill>
                  <a:srgbClr val="FFFFFF"/>
                </a:solidFill>
              </a:defRPr>
            </a:lvl2pPr>
            <a:lvl3pPr algn="ctr">
              <a:buNone/>
              <a:defRPr sz="1800" b="1">
                <a:solidFill>
                  <a:srgbClr val="FFFFFF"/>
                </a:solidFill>
              </a:defRPr>
            </a:lvl3pPr>
            <a:lvl4pPr algn="ctr">
              <a:buNone/>
              <a:defRPr sz="1800" b="1">
                <a:solidFill>
                  <a:srgbClr val="FFFFFF"/>
                </a:solidFill>
              </a:defRPr>
            </a:lvl4pPr>
            <a:lvl5pPr algn="ctr">
              <a:buNone/>
              <a:defRPr sz="1800" b="1">
                <a:solidFill>
                  <a:srgbClr val="FFFFFF"/>
                </a:solidFill>
              </a:defRPr>
            </a:lvl5pPr>
            <a:lvl6pPr algn="ctr">
              <a:buNone/>
              <a:defRPr sz="1800" b="1">
                <a:solidFill>
                  <a:srgbClr val="FFFFFF"/>
                </a:solidFill>
              </a:defRPr>
            </a:lvl6pPr>
            <a:lvl7pPr algn="ctr">
              <a:buNone/>
              <a:defRPr sz="1800" b="1">
                <a:solidFill>
                  <a:srgbClr val="FFFFFF"/>
                </a:solidFill>
              </a:defRPr>
            </a:lvl7pPr>
            <a:lvl8pPr algn="ctr">
              <a:buNone/>
              <a:defRPr sz="1800" b="1">
                <a:solidFill>
                  <a:srgbClr val="FFFFFF"/>
                </a:solidFill>
              </a:defRPr>
            </a:lvl8pPr>
            <a:lvl9pPr algn="ctr">
              <a:buNone/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BGE 商品語意相似度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10" name="使用者看得懂的理由">
            <a:extLst xmlns:a="http://schemas.openxmlformats.org/drawingml/2006/main">
              <a:ext uri="{FF2B5EF4-FFF2-40B4-BE49-F238E27FC236}">
                <a16:creationId xmlns:a16="http://schemas.microsoft.com/office/drawing/2014/main" id="{590D10AB-9BAE-4FDB-9BCB-FD9FB483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24075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</a:defRPr>
            </a:defPPr>
            <a:lvl1pPr algn="l">
              <a:buNone/>
              <a:defRPr sz="2400" b="1">
                <a:solidFill>
                  <a:srgbClr val="FFFFFF"/>
                </a:solidFill>
              </a:defRPr>
            </a:lvl1pPr>
            <a:lvl2pPr algn="l">
              <a:buNone/>
              <a:defRPr sz="2400" b="1">
                <a:solidFill>
                  <a:srgbClr val="FFFFFF"/>
                </a:solidFill>
              </a:defRPr>
            </a:lvl2pPr>
            <a:lvl3pPr algn="l">
              <a:buNone/>
              <a:defRPr sz="2400" b="1">
                <a:solidFill>
                  <a:srgbClr val="FFFFFF"/>
                </a:solidFill>
              </a:defRPr>
            </a:lvl3pPr>
            <a:lvl4pPr algn="l">
              <a:buNone/>
              <a:defRPr sz="2400" b="1">
                <a:solidFill>
                  <a:srgbClr val="FFFFFF"/>
                </a:solidFill>
              </a:defRPr>
            </a:lvl4pPr>
            <a:lvl5pPr algn="l">
              <a:buNone/>
              <a:defRPr sz="2400" b="1">
                <a:solidFill>
                  <a:srgbClr val="FFFFFF"/>
                </a:solidFill>
              </a:defRPr>
            </a:lvl5pPr>
            <a:lvl6pPr algn="l">
              <a:buNone/>
              <a:defRPr sz="2400" b="1">
                <a:solidFill>
                  <a:srgbClr val="FFFFFF"/>
                </a:solidFill>
              </a:defRPr>
            </a:lvl6pPr>
            <a:lvl7pPr algn="l">
              <a:buNone/>
              <a:defRPr sz="2400" b="1">
                <a:solidFill>
                  <a:srgbClr val="FFFFFF"/>
                </a:solidFill>
              </a:defRPr>
            </a:lvl7pPr>
            <a:lvl8pPr algn="l">
              <a:buNone/>
              <a:defRPr sz="2400" b="1">
                <a:solidFill>
                  <a:srgbClr val="FFFFFF"/>
                </a:solidFill>
              </a:defRPr>
            </a:lvl8pPr>
            <a:lvl9pPr algn="l">
              <a:buNone/>
              <a:defRPr sz="24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顧客看得懂的推薦</a:t>
            </a:r>
            <a:endParaRPr sz="2400" b="1">
              <a:solidFill>
                <a:srgbClr val="FFFFFF"/>
              </a:solidFill>
            </a:endParaRPr>
          </a:p>
        </p:txBody>
      </p:sp>
      <p:sp>
        <p:nvSpPr>
          <p:cNvPr id="11" name="搜尋文字優先&#10;沒有搜尋時參考最近商品行為&#10;無歷史資料">
            <a:extLst xmlns:a="http://schemas.openxmlformats.org/drawingml/2006/main">
              <a:ext uri="{FF2B5EF4-FFF2-40B4-BE49-F238E27FC236}">
                <a16:creationId xmlns:a16="http://schemas.microsoft.com/office/drawing/2014/main" id="{F21E6B4F-1539-43CA-BB05-CC3567FA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62250"/>
            <a:ext cx="514350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D8EAE5"/>
                </a:solidFill>
              </a:defRPr>
            </a:defPPr>
            <a:lvl1pPr algn="l">
              <a:buNone/>
              <a:defRPr sz="2025" b="0">
                <a:solidFill>
                  <a:srgbClr val="D8EAE5"/>
                </a:solidFill>
              </a:defRPr>
            </a:lvl1pPr>
            <a:lvl2pPr algn="l">
              <a:buNone/>
              <a:defRPr sz="2025" b="0">
                <a:solidFill>
                  <a:srgbClr val="D8EAE5"/>
                </a:solidFill>
              </a:defRPr>
            </a:lvl2pPr>
            <a:lvl3pPr algn="l">
              <a:buNone/>
              <a:defRPr sz="2025" b="0">
                <a:solidFill>
                  <a:srgbClr val="D8EAE5"/>
                </a:solidFill>
              </a:defRPr>
            </a:lvl3pPr>
            <a:lvl4pPr algn="l">
              <a:buNone/>
              <a:defRPr sz="2025" b="0">
                <a:solidFill>
                  <a:srgbClr val="D8EAE5"/>
                </a:solidFill>
              </a:defRPr>
            </a:lvl4pPr>
            <a:lvl5pPr algn="l">
              <a:buNone/>
              <a:defRPr sz="2025" b="0">
                <a:solidFill>
                  <a:srgbClr val="D8EAE5"/>
                </a:solidFill>
              </a:defRPr>
            </a:lvl5pPr>
            <a:lvl6pPr algn="l">
              <a:buNone/>
              <a:defRPr sz="2025" b="0">
                <a:solidFill>
                  <a:srgbClr val="D8EAE5"/>
                </a:solidFill>
              </a:defRPr>
            </a:lvl6pPr>
            <a:lvl7pPr algn="l">
              <a:buNone/>
              <a:defRPr sz="2025" b="0">
                <a:solidFill>
                  <a:srgbClr val="D8EAE5"/>
                </a:solidFill>
              </a:defRPr>
            </a:lvl7pPr>
            <a:lvl8pPr algn="l">
              <a:buNone/>
              <a:defRPr sz="2025" b="0">
                <a:solidFill>
                  <a:srgbClr val="D8EAE5"/>
                </a:solidFill>
              </a:defRPr>
            </a:lvl8pPr>
            <a:lvl9pPr algn="l">
              <a:buNone/>
              <a:defRPr sz="2025" b="0">
                <a:solidFill>
                  <a:srgbClr val="D8EAE5"/>
                </a:solidFill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D8EAE5"/>
                </a:solidFill>
              </a:defRPr>
            </a:pPr>
            <a:r>
              <a:rPr sz="2025" b="0">
                <a:solidFill>
                  <a:srgbClr val="D8EAE5"/>
                </a:solidFill>
              </a:rPr>
              <a:t>發現相近商品</a:t>
            </a:r>
            <a:endParaRPr sz="2025" b="0">
              <a:solidFill>
                <a:srgbClr val="D8EAE5"/>
              </a:solidFill>
            </a:endParaRPr>
          </a:p>
          <a:p xmlns:a="http://schemas.openxmlformats.org/drawingml/2006/main">
            <a:pPr algn="l">
              <a:buNone/>
              <a:defRPr sz="2025" b="0">
                <a:solidFill>
                  <a:srgbClr val="D8EAE5"/>
                </a:solidFill>
              </a:defRPr>
            </a:pPr>
            <a:r>
              <a:rPr sz="2025" b="0">
                <a:solidFill>
                  <a:srgbClr val="D8EAE5"/>
                </a:solidFill>
              </a:rPr>
              <a:t>依購物行為排序候選</a:t>
            </a:r>
            <a:endParaRPr sz="2025" b="0">
              <a:solidFill>
                <a:srgbClr val="D8EAE5"/>
              </a:solidFill>
            </a:endParaRPr>
          </a:p>
          <a:p xmlns:a="http://schemas.openxmlformats.org/drawingml/2006/main">
            <a:pPr algn="l">
              <a:buNone/>
              <a:defRPr sz="2025" b="0">
                <a:solidFill>
                  <a:srgbClr val="D8EAE5"/>
                </a:solidFill>
              </a:defRPr>
            </a:pPr>
            <a:r>
              <a:rPr sz="2025" b="0">
                <a:solidFill>
                  <a:srgbClr val="D8EAE5"/>
                </a:solidFill>
              </a:rPr>
              <a:t>缺少資料時採規則退回</a:t>
            </a:r>
            <a:endParaRPr sz="2025" b="0">
              <a:solidFill>
                <a:srgbClr val="D8EAE5"/>
              </a:solidFill>
            </a:endParaRPr>
          </a:p>
        </p:txBody>
      </p:sp>
      <p:sp>
        <p:nvSpPr>
          <p:cNvPr id="12" name="模型狀態">
            <a:extLst xmlns:a="http://schemas.openxmlformats.org/drawingml/2006/main">
              <a:ext uri="{FF2B5EF4-FFF2-40B4-BE49-F238E27FC236}">
                <a16:creationId xmlns:a16="http://schemas.microsoft.com/office/drawing/2014/main" id="{C0D2C336-DE9A-4E79-A819-50CC6EAA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48200"/>
            <a:ext cx="514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38C5CD"/>
                </a:solidFill>
              </a:defRPr>
            </a:defPPr>
            <a:lvl1pPr algn="l">
              <a:buNone/>
              <a:defRPr sz="2400" b="1">
                <a:solidFill>
                  <a:srgbClr val="38C5CD"/>
                </a:solidFill>
              </a:defRPr>
            </a:lvl1pPr>
            <a:lvl2pPr algn="l">
              <a:buNone/>
              <a:defRPr sz="2400" b="1">
                <a:solidFill>
                  <a:srgbClr val="38C5CD"/>
                </a:solidFill>
              </a:defRPr>
            </a:lvl2pPr>
            <a:lvl3pPr algn="l">
              <a:buNone/>
              <a:defRPr sz="2400" b="1">
                <a:solidFill>
                  <a:srgbClr val="38C5CD"/>
                </a:solidFill>
              </a:defRPr>
            </a:lvl3pPr>
            <a:lvl4pPr algn="l">
              <a:buNone/>
              <a:defRPr sz="2400" b="1">
                <a:solidFill>
                  <a:srgbClr val="38C5CD"/>
                </a:solidFill>
              </a:defRPr>
            </a:lvl4pPr>
            <a:lvl5pPr algn="l">
              <a:buNone/>
              <a:defRPr sz="2400" b="1">
                <a:solidFill>
                  <a:srgbClr val="38C5CD"/>
                </a:solidFill>
              </a:defRPr>
            </a:lvl5pPr>
            <a:lvl6pPr algn="l">
              <a:buNone/>
              <a:defRPr sz="2400" b="1">
                <a:solidFill>
                  <a:srgbClr val="38C5CD"/>
                </a:solidFill>
              </a:defRPr>
            </a:lvl6pPr>
            <a:lvl7pPr algn="l">
              <a:buNone/>
              <a:defRPr sz="2400" b="1">
                <a:solidFill>
                  <a:srgbClr val="38C5CD"/>
                </a:solidFill>
              </a:defRPr>
            </a:lvl7pPr>
            <a:lvl8pPr algn="l">
              <a:buNone/>
              <a:defRPr sz="2400" b="1">
                <a:solidFill>
                  <a:srgbClr val="38C5CD"/>
                </a:solidFill>
              </a:defRPr>
            </a:lvl8pPr>
            <a:lvl9pPr algn="l">
              <a:buNone/>
              <a:defRPr sz="2400" b="1">
                <a:solidFill>
                  <a:srgbClr val="38C5CD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38C5CD"/>
                </a:solidFill>
              </a:defRPr>
            </a:pPr>
            <a:r>
              <a:rPr sz="2400" b="1">
                <a:solidFill>
                  <a:srgbClr val="38C5CD"/>
                </a:solidFill>
              </a:rPr>
              <a:t>展示界線</a:t>
            </a:r>
            <a:endParaRPr sz="2400" b="1">
              <a:solidFill>
                <a:srgbClr val="38C5CD"/>
              </a:solidFill>
            </a:endParaRPr>
          </a:p>
        </p:txBody>
      </p:sp>
      <p:sp>
        <p:nvSpPr>
          <p:cNvPr id="13" name="正式 BGE 啟用與品質量測待驗收">
            <a:extLst xmlns:a="http://schemas.openxmlformats.org/drawingml/2006/main">
              <a:ext uri="{FF2B5EF4-FFF2-40B4-BE49-F238E27FC236}">
                <a16:creationId xmlns:a16="http://schemas.microsoft.com/office/drawing/2014/main" id="{63126A1F-4F92-404D-A3F5-904A5BEA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25780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</a:defRPr>
            </a:defPPr>
            <a:lvl1pPr algn="l">
              <a:buNone/>
              <a:defRPr sz="2025" b="0">
                <a:solidFill>
                  <a:srgbClr val="FFFFFF"/>
                </a:solidFill>
              </a:defRPr>
            </a:lvl1pPr>
            <a:lvl2pPr algn="l">
              <a:buNone/>
              <a:defRPr sz="2025" b="0">
                <a:solidFill>
                  <a:srgbClr val="FFFFFF"/>
                </a:solidFill>
              </a:defRPr>
            </a:lvl2pPr>
            <a:lvl3pPr algn="l">
              <a:buNone/>
              <a:defRPr sz="2025" b="0">
                <a:solidFill>
                  <a:srgbClr val="FFFFFF"/>
                </a:solidFill>
              </a:defRPr>
            </a:lvl3pPr>
            <a:lvl4pPr algn="l">
              <a:buNone/>
              <a:defRPr sz="2025" b="0">
                <a:solidFill>
                  <a:srgbClr val="FFFFFF"/>
                </a:solidFill>
              </a:defRPr>
            </a:lvl4pPr>
            <a:lvl5pPr algn="l">
              <a:buNone/>
              <a:defRPr sz="2025" b="0">
                <a:solidFill>
                  <a:srgbClr val="FFFFFF"/>
                </a:solidFill>
              </a:defRPr>
            </a:lvl5pPr>
            <a:lvl6pPr algn="l">
              <a:buNone/>
              <a:defRPr sz="2025" b="0">
                <a:solidFill>
                  <a:srgbClr val="FFFFFF"/>
                </a:solidFill>
              </a:defRPr>
            </a:lvl6pPr>
            <a:lvl7pPr algn="l">
              <a:buNone/>
              <a:defRPr sz="2025" b="0">
                <a:solidFill>
                  <a:srgbClr val="FFFFFF"/>
                </a:solidFill>
              </a:defRPr>
            </a:lvl7pPr>
            <a:lvl8pPr algn="l">
              <a:buNone/>
              <a:defRPr sz="2025" b="0">
                <a:solidFill>
                  <a:srgbClr val="FFFFFF"/>
                </a:solidFill>
              </a:defRPr>
            </a:lvl8pPr>
            <a:lvl9pPr algn="l">
              <a:buNone/>
              <a:defRPr sz="20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BGE 與規則結果分開標示</a:t>
            </a:r>
            <a:endParaRPr sz="2025" b="0">
              <a:solidFill>
                <a:srgbClr val="FFFFFF"/>
              </a:solidFill>
            </a:endParaRPr>
          </a:p>
          <a:p xmlns:a="http://schemas.openxmlformats.org/drawingml/2006/main">
            <a:pPr algn="l">
              <a:buNone/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是否啟用依當次設定核對</a:t>
            </a:r>
            <a:endParaRPr sz="2025" b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98425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營運總覽與資料口徑">
            <a:extLst xmlns:a="http://schemas.openxmlformats.org/drawingml/2006/main">
              <a:ext uri="{FF2B5EF4-FFF2-40B4-BE49-F238E27FC236}">
                <a16:creationId xmlns:a16="http://schemas.microsoft.com/office/drawing/2014/main" id="{451F2B3A-67ED-430B-85B1-0B77B1B0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42E"/>
                </a:solidFill>
              </a:defRPr>
            </a:defPPr>
            <a:lvl1pPr algn="l">
              <a:buNone/>
              <a:defRPr sz="3300" b="1">
                <a:solidFill>
                  <a:srgbClr val="17342E"/>
                </a:solidFill>
              </a:defRPr>
            </a:lvl1pPr>
            <a:lvl2pPr algn="l">
              <a:buNone/>
              <a:defRPr sz="3300" b="1">
                <a:solidFill>
                  <a:srgbClr val="17342E"/>
                </a:solidFill>
              </a:defRPr>
            </a:lvl2pPr>
            <a:lvl3pPr algn="l">
              <a:buNone/>
              <a:defRPr sz="3300" b="1">
                <a:solidFill>
                  <a:srgbClr val="17342E"/>
                </a:solidFill>
              </a:defRPr>
            </a:lvl3pPr>
            <a:lvl4pPr algn="l">
              <a:buNone/>
              <a:defRPr sz="3300" b="1">
                <a:solidFill>
                  <a:srgbClr val="17342E"/>
                </a:solidFill>
              </a:defRPr>
            </a:lvl4pPr>
            <a:lvl5pPr algn="l">
              <a:buNone/>
              <a:defRPr sz="3300" b="1">
                <a:solidFill>
                  <a:srgbClr val="17342E"/>
                </a:solidFill>
              </a:defRPr>
            </a:lvl5pPr>
            <a:lvl6pPr algn="l">
              <a:buNone/>
              <a:defRPr sz="3300" b="1">
                <a:solidFill>
                  <a:srgbClr val="17342E"/>
                </a:solidFill>
              </a:defRPr>
            </a:lvl6pPr>
            <a:lvl7pPr algn="l">
              <a:buNone/>
              <a:defRPr sz="3300" b="1">
                <a:solidFill>
                  <a:srgbClr val="17342E"/>
                </a:solidFill>
              </a:defRPr>
            </a:lvl7pPr>
            <a:lvl8pPr algn="l">
              <a:buNone/>
              <a:defRPr sz="3300" b="1">
                <a:solidFill>
                  <a:srgbClr val="17342E"/>
                </a:solidFill>
              </a:defRPr>
            </a:lvl8pPr>
            <a:lvl9pPr algn="l">
              <a:buNone/>
              <a:defRPr sz="3300" b="1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42E"/>
                </a:solidFill>
              </a:defRPr>
            </a:pPr>
            <a:r>
              <a:rPr sz="3300" b="1">
                <a:solidFill>
                  <a:srgbClr val="17342E"/>
                </a:solidFill>
              </a:rPr>
              <a:t>營運總覽與資料口徑</a:t>
            </a:r>
            <a:endParaRPr sz="3300" b="1">
              <a:solidFill>
                <a:srgbClr val="17342E"/>
              </a:solidFill>
            </a:endParaRPr>
          </a:p>
        </p:txBody>
      </p:sp>
      <p:sp>
        <p:nvSpPr>
          <p:cNvPr id="2" name="管理者使用同一期間、同一示範範圍核對數字">
            <a:extLst xmlns:a="http://schemas.openxmlformats.org/drawingml/2006/main">
              <a:ext uri="{FF2B5EF4-FFF2-40B4-BE49-F238E27FC236}">
                <a16:creationId xmlns:a16="http://schemas.microsoft.com/office/drawing/2014/main" id="{D3DED653-DA5A-438E-8744-0AE9ED62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36760"/>
                </a:solidFill>
              </a:defRPr>
            </a:defPPr>
            <a:lvl1pPr algn="l">
              <a:buNone/>
              <a:defRPr sz="1800" b="0">
                <a:solidFill>
                  <a:srgbClr val="536760"/>
                </a:solidFill>
              </a:defRPr>
            </a:lvl1pPr>
            <a:lvl2pPr algn="l">
              <a:buNone/>
              <a:defRPr sz="1800" b="0">
                <a:solidFill>
                  <a:srgbClr val="536760"/>
                </a:solidFill>
              </a:defRPr>
            </a:lvl2pPr>
            <a:lvl3pPr algn="l">
              <a:buNone/>
              <a:defRPr sz="1800" b="0">
                <a:solidFill>
                  <a:srgbClr val="536760"/>
                </a:solidFill>
              </a:defRPr>
            </a:lvl3pPr>
            <a:lvl4pPr algn="l">
              <a:buNone/>
              <a:defRPr sz="1800" b="0">
                <a:solidFill>
                  <a:srgbClr val="536760"/>
                </a:solidFill>
              </a:defRPr>
            </a:lvl4pPr>
            <a:lvl5pPr algn="l">
              <a:buNone/>
              <a:defRPr sz="1800" b="0">
                <a:solidFill>
                  <a:srgbClr val="536760"/>
                </a:solidFill>
              </a:defRPr>
            </a:lvl5pPr>
            <a:lvl6pPr algn="l">
              <a:buNone/>
              <a:defRPr sz="1800" b="0">
                <a:solidFill>
                  <a:srgbClr val="536760"/>
                </a:solidFill>
              </a:defRPr>
            </a:lvl6pPr>
            <a:lvl7pPr algn="l">
              <a:buNone/>
              <a:defRPr sz="1800" b="0">
                <a:solidFill>
                  <a:srgbClr val="536760"/>
                </a:solidFill>
              </a:defRPr>
            </a:lvl7pPr>
            <a:lvl8pPr algn="l">
              <a:buNone/>
              <a:defRPr sz="1800" b="0">
                <a:solidFill>
                  <a:srgbClr val="536760"/>
                </a:solidFill>
              </a:defRPr>
            </a:lvl8pPr>
            <a:lvl9pPr algn="l">
              <a:buNone/>
              <a:defRPr sz="18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36760"/>
                </a:solidFill>
              </a:defRPr>
            </a:pPr>
            <a:r>
              <a:rPr sz="1800" b="0">
                <a:solidFill>
                  <a:srgbClr val="536760"/>
                </a:solidFill>
              </a:rPr>
              <a:t>管理者使用同一期間、同一示範範圍核對數字</a:t>
            </a:r>
            <a:endParaRPr sz="1800" b="0">
              <a:solidFill>
                <a:srgbClr val="536760"/>
              </a:solidFill>
            </a:endParaRPr>
          </a:p>
        </p:txBody>
      </p:sp>
      <p:sp>
        <p:nvSpPr>
          <p:cNvPr id="3" name="VibeCart AI">
            <a:extLst xmlns:a="http://schemas.openxmlformats.org/drawingml/2006/main">
              <a:ext uri="{FF2B5EF4-FFF2-40B4-BE49-F238E27FC236}">
                <a16:creationId xmlns:a16="http://schemas.microsoft.com/office/drawing/2014/main" id="{7DB68165-FAFC-420A-8011-A0B22158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36760"/>
                </a:solidFill>
              </a:defRPr>
            </a:defPPr>
            <a:lvl1pPr algn="l">
              <a:buNone/>
              <a:defRPr sz="1200" b="0">
                <a:solidFill>
                  <a:srgbClr val="536760"/>
                </a:solidFill>
              </a:defRPr>
            </a:lvl1pPr>
            <a:lvl2pPr algn="l">
              <a:buNone/>
              <a:defRPr sz="1200" b="0">
                <a:solidFill>
                  <a:srgbClr val="536760"/>
                </a:solidFill>
              </a:defRPr>
            </a:lvl2pPr>
            <a:lvl3pPr algn="l">
              <a:buNone/>
              <a:defRPr sz="1200" b="0">
                <a:solidFill>
                  <a:srgbClr val="536760"/>
                </a:solidFill>
              </a:defRPr>
            </a:lvl3pPr>
            <a:lvl4pPr algn="l">
              <a:buNone/>
              <a:defRPr sz="1200" b="0">
                <a:solidFill>
                  <a:srgbClr val="536760"/>
                </a:solidFill>
              </a:defRPr>
            </a:lvl4pPr>
            <a:lvl5pPr algn="l">
              <a:buNone/>
              <a:defRPr sz="1200" b="0">
                <a:solidFill>
                  <a:srgbClr val="536760"/>
                </a:solidFill>
              </a:defRPr>
            </a:lvl5pPr>
            <a:lvl6pPr algn="l">
              <a:buNone/>
              <a:defRPr sz="1200" b="0">
                <a:solidFill>
                  <a:srgbClr val="536760"/>
                </a:solidFill>
              </a:defRPr>
            </a:lvl6pPr>
            <a:lvl7pPr algn="l">
              <a:buNone/>
              <a:defRPr sz="1200" b="0">
                <a:solidFill>
                  <a:srgbClr val="536760"/>
                </a:solidFill>
              </a:defRPr>
            </a:lvl7pPr>
            <a:lvl8pPr algn="l">
              <a:buNone/>
              <a:defRPr sz="1200" b="0">
                <a:solidFill>
                  <a:srgbClr val="536760"/>
                </a:solidFill>
              </a:defRPr>
            </a:lvl8pPr>
            <a:lvl9pPr algn="l">
              <a:buNone/>
              <a:defRPr sz="12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36760"/>
                </a:solidFill>
              </a:defRPr>
            </a:pPr>
            <a:r>
              <a:rPr sz="1200" b="0">
                <a:solidFill>
                  <a:srgbClr val="536760"/>
                </a:solidFill>
              </a:rPr>
              <a:t>VibeCart AI</a:t>
            </a:r>
            <a:endParaRPr sz="1200" b="0">
              <a:solidFill>
                <a:srgbClr val="536760"/>
              </a:solidFill>
            </a:endParaRPr>
          </a:p>
        </p:txBody>
      </p:sp>
      <p:sp>
        <p:nvSpPr>
          <p:cNvPr id="4" name="09">
            <a:extLst xmlns:a="http://schemas.openxmlformats.org/drawingml/2006/main">
              <a:ext uri="{FF2B5EF4-FFF2-40B4-BE49-F238E27FC236}">
                <a16:creationId xmlns:a16="http://schemas.microsoft.com/office/drawing/2014/main" id="{7CF5ABC5-6AF6-4E1D-8B55-823DDEBF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14634B"/>
                </a:solidFill>
              </a:defRPr>
            </a:defPPr>
            <a:lvl1pPr algn="l">
              <a:buNone/>
              <a:defRPr sz="1350" b="1">
                <a:solidFill>
                  <a:srgbClr val="14634B"/>
                </a:solidFill>
              </a:defRPr>
            </a:lvl1pPr>
            <a:lvl2pPr algn="l">
              <a:buNone/>
              <a:defRPr sz="1350" b="1">
                <a:solidFill>
                  <a:srgbClr val="14634B"/>
                </a:solidFill>
              </a:defRPr>
            </a:lvl2pPr>
            <a:lvl3pPr algn="l">
              <a:buNone/>
              <a:defRPr sz="1350" b="1">
                <a:solidFill>
                  <a:srgbClr val="14634B"/>
                </a:solidFill>
              </a:defRPr>
            </a:lvl3pPr>
            <a:lvl4pPr algn="l">
              <a:buNone/>
              <a:defRPr sz="1350" b="1">
                <a:solidFill>
                  <a:srgbClr val="14634B"/>
                </a:solidFill>
              </a:defRPr>
            </a:lvl4pPr>
            <a:lvl5pPr algn="l">
              <a:buNone/>
              <a:defRPr sz="1350" b="1">
                <a:solidFill>
                  <a:srgbClr val="14634B"/>
                </a:solidFill>
              </a:defRPr>
            </a:lvl5pPr>
            <a:lvl6pPr algn="l">
              <a:buNone/>
              <a:defRPr sz="1350" b="1">
                <a:solidFill>
                  <a:srgbClr val="14634B"/>
                </a:solidFill>
              </a:defRPr>
            </a:lvl6pPr>
            <a:lvl7pPr algn="l">
              <a:buNone/>
              <a:defRPr sz="1350" b="1">
                <a:solidFill>
                  <a:srgbClr val="14634B"/>
                </a:solidFill>
              </a:defRPr>
            </a:lvl7pPr>
            <a:lvl8pPr algn="l">
              <a:buNone/>
              <a:defRPr sz="1350" b="1">
                <a:solidFill>
                  <a:srgbClr val="14634B"/>
                </a:solidFill>
              </a:defRPr>
            </a:lvl8pPr>
            <a:lvl9pPr algn="l">
              <a:buNone/>
              <a:defRPr sz="13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14634B"/>
                </a:solidFill>
              </a:defRPr>
            </a:pPr>
            <a:r>
              <a:rPr sz="1350" b="1">
                <a:solidFill>
                  <a:srgbClr val="14634B"/>
                </a:solidFill>
              </a:rPr>
              <a:t>09</a:t>
            </a:r>
            <a:endParaRPr sz="1350" b="1">
              <a:solidFill>
                <a:srgbClr val="14634B"/>
              </a:solidFill>
            </a:endParaRPr>
          </a:p>
        </p:txBody>
      </p:sp>
      <p:graphicFrame>
        <p:nvGraphicFramePr>
          <p:cNvPr id="5" name="表格 4">
            <a:extLst xmlns:a="http://schemas.openxmlformats.org/drawingml/2006/main">
              <a:ext uri="{FF2B5EF4-FFF2-40B4-BE49-F238E27FC236}">
                <a16:creationId xmlns:a16="http://schemas.microsoft.com/office/drawing/2014/main" id="{9961895B-2CAB-4DB5-9D3D-113A7074082F}"/>
              </a:ext>
            </a:extLst>
          </p:cNvPr>
          <p:cNvGraphicFramePr/>
          <p:nvPr/>
        </p:nvGraphicFramePr>
        <p:xfrm>
          <a:off xmlns:a="http://schemas.openxmlformats.org/drawingml/2006/main" x="619125" y="2028825"/>
          <a:ext xmlns:a="http://schemas.openxmlformats.org/drawingml/2006/main" cx="10953750" cy="334327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8001000"/>
              </a:tblGrid>
              <a:tr h="55721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指標</a:t>
                      </a:r>
                      <a:endParaRPr sz="1800" b="1">
                        <a:solidFill>
                          <a:srgbClr val="FFFFFF"/>
                        </a:solidFill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T w="9525">
                      <a:solidFill>
                        <a:srgbClr val="D5DED6"/>
                      </a:solidFill>
                    </a:lnT>
                    <a:lnB w="9525">
                      <a:solidFill>
                        <a:srgbClr val="D5DED6"/>
                      </a:solidFill>
                    </a:lnB>
                    <a:solidFill>
                      <a:srgbClr val="1463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計算與呈現方式</a:t>
                      </a:r>
                      <a:endParaRPr sz="1800" b="1">
                        <a:solidFill>
                          <a:srgbClr val="FFFFFF"/>
                        </a:solidFill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5DED6"/>
                      </a:solidFill>
                    </a:lnR>
                    <a:lnT w="9525">
                      <a:solidFill>
                        <a:srgbClr val="D5DED6"/>
                      </a:solidFill>
                    </a:lnT>
                    <a:lnB w="9525">
                      <a:solidFill>
                        <a:srgbClr val="D5DED6"/>
                      </a:solidFill>
                    </a:lnB>
                    <a:solidFill>
                      <a:srgbClr val="14634B"/>
                    </a:solidFill>
                  </a:tcPr>
                </a:tc>
              </a:tr>
              <a:tr h="5572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有效營收</a:t>
                      </a:r>
                      <a:endParaRPr sz="1725" b="0">
                        <a:solidFill>
                          <a:srgbClr val="17342E"/>
                        </a:solidFill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已付款且未取消訂單的金額</a:t>
                      </a:r>
                      <a:endParaRPr sz="1725" b="0">
                        <a:solidFill>
                          <a:srgbClr val="17342E"/>
                        </a:solidFill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72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有效／全部訂單</a:t>
                      </a:r>
                      <a:endParaRPr sz="1725" b="0">
                        <a:solidFill>
                          <a:srgbClr val="17342E"/>
                        </a:solidFill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EC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兩者套用相同日期與示範篩選</a:t>
                      </a:r>
                      <a:endParaRPr sz="1725" b="0">
                        <a:solidFill>
                          <a:srgbClr val="17342E"/>
                        </a:solidFill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ECF1EC"/>
                    </a:solidFill>
                  </a:tcPr>
                </a:tc>
              </a:tr>
              <a:tr h="5572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平均客單</a:t>
                      </a:r>
                      <a:endParaRPr sz="1725" b="0">
                        <a:solidFill>
                          <a:srgbClr val="17342E"/>
                        </a:solidFill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有效營收除以有效訂單數</a:t>
                      </a:r>
                      <a:endParaRPr sz="1725" b="0">
                        <a:solidFill>
                          <a:srgbClr val="17342E"/>
                        </a:solidFill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72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熱銷商品</a:t>
                      </a:r>
                      <a:endParaRPr sz="1725" b="0">
                        <a:solidFill>
                          <a:srgbClr val="17342E"/>
                        </a:solidFill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EC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相同範圍內的有效銷售數量</a:t>
                      </a:r>
                      <a:endParaRPr sz="1725" b="0">
                        <a:solidFill>
                          <a:srgbClr val="17342E"/>
                        </a:solidFill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ECF1EC"/>
                    </a:solidFill>
                  </a:tcPr>
                </a:tc>
              </a:tr>
              <a:tr h="5572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低庫存</a:t>
                      </a:r>
                      <a:endParaRPr sz="1725" b="0">
                        <a:solidFill>
                          <a:srgbClr val="17342E"/>
                        </a:solidFill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目前可用數量與安全庫存的比較</a:t>
                      </a:r>
                      <a:endParaRPr sz="1725" b="0">
                        <a:solidFill>
                          <a:srgbClr val="17342E"/>
                        </a:solidFill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AI 摘要使用伺服器彙總資料；模型輸出保留人工核對">
            <a:extLst xmlns:a="http://schemas.openxmlformats.org/drawingml/2006/main">
              <a:ext uri="{FF2B5EF4-FFF2-40B4-BE49-F238E27FC236}">
                <a16:creationId xmlns:a16="http://schemas.microsoft.com/office/drawing/2014/main" id="{3D4AA6CA-0014-42FC-9DE1-67A1BF0D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43575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>
                <a:solidFill>
                  <a:srgbClr val="14634B"/>
                </a:solidFill>
              </a:defRPr>
            </a:defPPr>
            <a:lvl1pPr algn="l">
              <a:buNone/>
              <a:defRPr sz="2100" b="1">
                <a:solidFill>
                  <a:srgbClr val="14634B"/>
                </a:solidFill>
              </a:defRPr>
            </a:lvl1pPr>
            <a:lvl2pPr algn="l">
              <a:buNone/>
              <a:defRPr sz="2100" b="1">
                <a:solidFill>
                  <a:srgbClr val="14634B"/>
                </a:solidFill>
              </a:defRPr>
            </a:lvl2pPr>
            <a:lvl3pPr algn="l">
              <a:buNone/>
              <a:defRPr sz="2100" b="1">
                <a:solidFill>
                  <a:srgbClr val="14634B"/>
                </a:solidFill>
              </a:defRPr>
            </a:lvl3pPr>
            <a:lvl4pPr algn="l">
              <a:buNone/>
              <a:defRPr sz="2100" b="1">
                <a:solidFill>
                  <a:srgbClr val="14634B"/>
                </a:solidFill>
              </a:defRPr>
            </a:lvl4pPr>
            <a:lvl5pPr algn="l">
              <a:buNone/>
              <a:defRPr sz="2100" b="1">
                <a:solidFill>
                  <a:srgbClr val="14634B"/>
                </a:solidFill>
              </a:defRPr>
            </a:lvl5pPr>
            <a:lvl6pPr algn="l">
              <a:buNone/>
              <a:defRPr sz="2100" b="1">
                <a:solidFill>
                  <a:srgbClr val="14634B"/>
                </a:solidFill>
              </a:defRPr>
            </a:lvl6pPr>
            <a:lvl7pPr algn="l">
              <a:buNone/>
              <a:defRPr sz="2100" b="1">
                <a:solidFill>
                  <a:srgbClr val="14634B"/>
                </a:solidFill>
              </a:defRPr>
            </a:lvl7pPr>
            <a:lvl8pPr algn="l">
              <a:buNone/>
              <a:defRPr sz="2100" b="1">
                <a:solidFill>
                  <a:srgbClr val="14634B"/>
                </a:solidFill>
              </a:defRPr>
            </a:lvl8pPr>
            <a:lvl9pPr algn="l">
              <a:buNone/>
              <a:defRPr sz="210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14634B"/>
                </a:solidFill>
              </a:defRPr>
            </a:pPr>
            <a:r>
              <a:rPr sz="2100" b="1">
                <a:solidFill>
                  <a:srgbClr val="14634B"/>
                </a:solidFill>
              </a:rPr>
              <a:t>「已付款」是指標狀態，非真實收款；AI 摘要仍需人工核對</a:t>
            </a:r>
            <a:endParaRPr sz="2100" b="1">
              <a:solidFill>
                <a:srgbClr val="14634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5104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規則、BGE 與 Claude 的分工">
            <a:extLst xmlns:a="http://schemas.openxmlformats.org/drawingml/2006/main">
              <a:ext uri="{FF2B5EF4-FFF2-40B4-BE49-F238E27FC236}">
                <a16:creationId xmlns:a16="http://schemas.microsoft.com/office/drawing/2014/main" id="{16F6688F-C8AB-48B4-B295-6298F46A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42E"/>
                </a:solidFill>
              </a:defRPr>
            </a:defPPr>
            <a:lvl1pPr algn="l">
              <a:buNone/>
              <a:defRPr sz="3300" b="1">
                <a:solidFill>
                  <a:srgbClr val="17342E"/>
                </a:solidFill>
              </a:defRPr>
            </a:lvl1pPr>
            <a:lvl2pPr algn="l">
              <a:buNone/>
              <a:defRPr sz="3300" b="1">
                <a:solidFill>
                  <a:srgbClr val="17342E"/>
                </a:solidFill>
              </a:defRPr>
            </a:lvl2pPr>
            <a:lvl3pPr algn="l">
              <a:buNone/>
              <a:defRPr sz="3300" b="1">
                <a:solidFill>
                  <a:srgbClr val="17342E"/>
                </a:solidFill>
              </a:defRPr>
            </a:lvl3pPr>
            <a:lvl4pPr algn="l">
              <a:buNone/>
              <a:defRPr sz="3300" b="1">
                <a:solidFill>
                  <a:srgbClr val="17342E"/>
                </a:solidFill>
              </a:defRPr>
            </a:lvl4pPr>
            <a:lvl5pPr algn="l">
              <a:buNone/>
              <a:defRPr sz="3300" b="1">
                <a:solidFill>
                  <a:srgbClr val="17342E"/>
                </a:solidFill>
              </a:defRPr>
            </a:lvl5pPr>
            <a:lvl6pPr algn="l">
              <a:buNone/>
              <a:defRPr sz="3300" b="1">
                <a:solidFill>
                  <a:srgbClr val="17342E"/>
                </a:solidFill>
              </a:defRPr>
            </a:lvl6pPr>
            <a:lvl7pPr algn="l">
              <a:buNone/>
              <a:defRPr sz="3300" b="1">
                <a:solidFill>
                  <a:srgbClr val="17342E"/>
                </a:solidFill>
              </a:defRPr>
            </a:lvl7pPr>
            <a:lvl8pPr algn="l">
              <a:buNone/>
              <a:defRPr sz="3300" b="1">
                <a:solidFill>
                  <a:srgbClr val="17342E"/>
                </a:solidFill>
              </a:defRPr>
            </a:lvl8pPr>
            <a:lvl9pPr algn="l">
              <a:buNone/>
              <a:defRPr sz="3300" b="1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42E"/>
                </a:solidFill>
              </a:defRPr>
            </a:pPr>
            <a:r>
              <a:rPr sz="3300" b="1">
                <a:solidFill>
                  <a:srgbClr val="17342E"/>
                </a:solidFill>
              </a:rPr>
              <a:t>LOCAL AI 與雲端 AI：各司其職</a:t>
            </a:r>
            <a:endParaRPr sz="3300" b="1">
              <a:solidFill>
                <a:srgbClr val="17342E"/>
              </a:solidFill>
            </a:endParaRPr>
          </a:p>
        </p:txBody>
      </p:sp>
      <p:sp>
        <p:nvSpPr>
          <p:cNvPr id="2" name="比較用途、資料範圍與可量測結果">
            <a:extLst xmlns:a="http://schemas.openxmlformats.org/drawingml/2006/main">
              <a:ext uri="{FF2B5EF4-FFF2-40B4-BE49-F238E27FC236}">
                <a16:creationId xmlns:a16="http://schemas.microsoft.com/office/drawing/2014/main" id="{CE17A6E3-EC96-4299-AE31-948276D2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36760"/>
                </a:solidFill>
              </a:defRPr>
            </a:defPPr>
            <a:lvl1pPr algn="l">
              <a:buNone/>
              <a:defRPr sz="1800" b="0">
                <a:solidFill>
                  <a:srgbClr val="536760"/>
                </a:solidFill>
              </a:defRPr>
            </a:lvl1pPr>
            <a:lvl2pPr algn="l">
              <a:buNone/>
              <a:defRPr sz="1800" b="0">
                <a:solidFill>
                  <a:srgbClr val="536760"/>
                </a:solidFill>
              </a:defRPr>
            </a:lvl2pPr>
            <a:lvl3pPr algn="l">
              <a:buNone/>
              <a:defRPr sz="1800" b="0">
                <a:solidFill>
                  <a:srgbClr val="536760"/>
                </a:solidFill>
              </a:defRPr>
            </a:lvl3pPr>
            <a:lvl4pPr algn="l">
              <a:buNone/>
              <a:defRPr sz="1800" b="0">
                <a:solidFill>
                  <a:srgbClr val="536760"/>
                </a:solidFill>
              </a:defRPr>
            </a:lvl4pPr>
            <a:lvl5pPr algn="l">
              <a:buNone/>
              <a:defRPr sz="1800" b="0">
                <a:solidFill>
                  <a:srgbClr val="536760"/>
                </a:solidFill>
              </a:defRPr>
            </a:lvl5pPr>
            <a:lvl6pPr algn="l">
              <a:buNone/>
              <a:defRPr sz="1800" b="0">
                <a:solidFill>
                  <a:srgbClr val="536760"/>
                </a:solidFill>
              </a:defRPr>
            </a:lvl6pPr>
            <a:lvl7pPr algn="l">
              <a:buNone/>
              <a:defRPr sz="1800" b="0">
                <a:solidFill>
                  <a:srgbClr val="536760"/>
                </a:solidFill>
              </a:defRPr>
            </a:lvl7pPr>
            <a:lvl8pPr algn="l">
              <a:buNone/>
              <a:defRPr sz="1800" b="0">
                <a:solidFill>
                  <a:srgbClr val="536760"/>
                </a:solidFill>
              </a:defRPr>
            </a:lvl8pPr>
            <a:lvl9pPr algn="l">
              <a:buNone/>
              <a:defRPr sz="18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36760"/>
                </a:solidFill>
              </a:defRPr>
            </a:pPr>
            <a:r>
              <a:rPr sz="1800" b="0">
                <a:solidFill>
                  <a:srgbClr val="536760"/>
                </a:solidFill>
              </a:rPr>
              <a:t>前台協助找商品，後台協助讀懂營運</a:t>
            </a:r>
            <a:endParaRPr sz="1800" b="0">
              <a:solidFill>
                <a:srgbClr val="536760"/>
              </a:solidFill>
            </a:endParaRPr>
          </a:p>
        </p:txBody>
      </p:sp>
      <p:sp>
        <p:nvSpPr>
          <p:cNvPr id="3" name="VibeCart AI">
            <a:extLst xmlns:a="http://schemas.openxmlformats.org/drawingml/2006/main">
              <a:ext uri="{FF2B5EF4-FFF2-40B4-BE49-F238E27FC236}">
                <a16:creationId xmlns:a16="http://schemas.microsoft.com/office/drawing/2014/main" id="{BB277FAD-1703-454D-8957-88AEF9AE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36760"/>
                </a:solidFill>
              </a:defRPr>
            </a:defPPr>
            <a:lvl1pPr algn="l">
              <a:buNone/>
              <a:defRPr sz="1200" b="0">
                <a:solidFill>
                  <a:srgbClr val="536760"/>
                </a:solidFill>
              </a:defRPr>
            </a:lvl1pPr>
            <a:lvl2pPr algn="l">
              <a:buNone/>
              <a:defRPr sz="1200" b="0">
                <a:solidFill>
                  <a:srgbClr val="536760"/>
                </a:solidFill>
              </a:defRPr>
            </a:lvl2pPr>
            <a:lvl3pPr algn="l">
              <a:buNone/>
              <a:defRPr sz="1200" b="0">
                <a:solidFill>
                  <a:srgbClr val="536760"/>
                </a:solidFill>
              </a:defRPr>
            </a:lvl3pPr>
            <a:lvl4pPr algn="l">
              <a:buNone/>
              <a:defRPr sz="1200" b="0">
                <a:solidFill>
                  <a:srgbClr val="536760"/>
                </a:solidFill>
              </a:defRPr>
            </a:lvl4pPr>
            <a:lvl5pPr algn="l">
              <a:buNone/>
              <a:defRPr sz="1200" b="0">
                <a:solidFill>
                  <a:srgbClr val="536760"/>
                </a:solidFill>
              </a:defRPr>
            </a:lvl5pPr>
            <a:lvl6pPr algn="l">
              <a:buNone/>
              <a:defRPr sz="1200" b="0">
                <a:solidFill>
                  <a:srgbClr val="536760"/>
                </a:solidFill>
              </a:defRPr>
            </a:lvl6pPr>
            <a:lvl7pPr algn="l">
              <a:buNone/>
              <a:defRPr sz="1200" b="0">
                <a:solidFill>
                  <a:srgbClr val="536760"/>
                </a:solidFill>
              </a:defRPr>
            </a:lvl7pPr>
            <a:lvl8pPr algn="l">
              <a:buNone/>
              <a:defRPr sz="1200" b="0">
                <a:solidFill>
                  <a:srgbClr val="536760"/>
                </a:solidFill>
              </a:defRPr>
            </a:lvl8pPr>
            <a:lvl9pPr algn="l">
              <a:buNone/>
              <a:defRPr sz="12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36760"/>
                </a:solidFill>
              </a:defRPr>
            </a:pPr>
            <a:r>
              <a:rPr sz="1200" b="0">
                <a:solidFill>
                  <a:srgbClr val="536760"/>
                </a:solidFill>
              </a:rPr>
              <a:t>VibeCart AI</a:t>
            </a:r>
            <a:endParaRPr sz="1200" b="0">
              <a:solidFill>
                <a:srgbClr val="536760"/>
              </a:solidFill>
            </a:endParaRPr>
          </a:p>
        </p:txBody>
      </p:sp>
      <p:sp>
        <p:nvSpPr>
          <p:cNvPr id="4" name="10">
            <a:extLst xmlns:a="http://schemas.openxmlformats.org/drawingml/2006/main">
              <a:ext uri="{FF2B5EF4-FFF2-40B4-BE49-F238E27FC236}">
                <a16:creationId xmlns:a16="http://schemas.microsoft.com/office/drawing/2014/main" id="{C46F5626-EA2C-4C3C-9D85-E3D3BFCE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14634B"/>
                </a:solidFill>
              </a:defRPr>
            </a:defPPr>
            <a:lvl1pPr algn="l">
              <a:buNone/>
              <a:defRPr sz="1350" b="1">
                <a:solidFill>
                  <a:srgbClr val="14634B"/>
                </a:solidFill>
              </a:defRPr>
            </a:lvl1pPr>
            <a:lvl2pPr algn="l">
              <a:buNone/>
              <a:defRPr sz="1350" b="1">
                <a:solidFill>
                  <a:srgbClr val="14634B"/>
                </a:solidFill>
              </a:defRPr>
            </a:lvl2pPr>
            <a:lvl3pPr algn="l">
              <a:buNone/>
              <a:defRPr sz="1350" b="1">
                <a:solidFill>
                  <a:srgbClr val="14634B"/>
                </a:solidFill>
              </a:defRPr>
            </a:lvl3pPr>
            <a:lvl4pPr algn="l">
              <a:buNone/>
              <a:defRPr sz="1350" b="1">
                <a:solidFill>
                  <a:srgbClr val="14634B"/>
                </a:solidFill>
              </a:defRPr>
            </a:lvl4pPr>
            <a:lvl5pPr algn="l">
              <a:buNone/>
              <a:defRPr sz="1350" b="1">
                <a:solidFill>
                  <a:srgbClr val="14634B"/>
                </a:solidFill>
              </a:defRPr>
            </a:lvl5pPr>
            <a:lvl6pPr algn="l">
              <a:buNone/>
              <a:defRPr sz="1350" b="1">
                <a:solidFill>
                  <a:srgbClr val="14634B"/>
                </a:solidFill>
              </a:defRPr>
            </a:lvl6pPr>
            <a:lvl7pPr algn="l">
              <a:buNone/>
              <a:defRPr sz="1350" b="1">
                <a:solidFill>
                  <a:srgbClr val="14634B"/>
                </a:solidFill>
              </a:defRPr>
            </a:lvl7pPr>
            <a:lvl8pPr algn="l">
              <a:buNone/>
              <a:defRPr sz="1350" b="1">
                <a:solidFill>
                  <a:srgbClr val="14634B"/>
                </a:solidFill>
              </a:defRPr>
            </a:lvl8pPr>
            <a:lvl9pPr algn="l">
              <a:buNone/>
              <a:defRPr sz="13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14634B"/>
                </a:solidFill>
              </a:defRPr>
            </a:pPr>
            <a:r>
              <a:rPr sz="1350" b="1">
                <a:solidFill>
                  <a:srgbClr val="14634B"/>
                </a:solidFill>
              </a:rPr>
              <a:t>10</a:t>
            </a:r>
            <a:endParaRPr sz="1350" b="1">
              <a:solidFill>
                <a:srgbClr val="14634B"/>
              </a:solidFill>
            </a:endParaRPr>
          </a:p>
        </p:txBody>
      </p:sp>
      <p:graphicFrame>
        <p:nvGraphicFramePr>
          <p:cNvPr id="5" name="表格 4">
            <a:extLst xmlns:a="http://schemas.openxmlformats.org/drawingml/2006/main">
              <a:ext uri="{FF2B5EF4-FFF2-40B4-BE49-F238E27FC236}">
                <a16:creationId xmlns:a16="http://schemas.microsoft.com/office/drawing/2014/main" id="{F151F6D9-CAB9-4EED-B0FF-5BD3BD666CB9}"/>
              </a:ext>
            </a:extLst>
          </p:cNvPr>
          <p:cNvGraphicFramePr/>
          <p:nvPr/>
        </p:nvGraphicFramePr>
        <p:xfrm>
          <a:off xmlns:a="http://schemas.openxmlformats.org/drawingml/2006/main" x="619125" y="2047875"/>
          <a:ext xmlns:a="http://schemas.openxmlformats.org/drawingml/2006/main" cx="10953750" cy="268605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191000"/>
                <a:gridCol w="5048250"/>
              </a:tblGrid>
              <a:tr h="67151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方法</a:t>
                      </a:r>
                      <a:endParaRPr sz="1800" b="1">
                        <a:solidFill>
                          <a:srgbClr val="FFFFFF"/>
                        </a:solidFill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T w="9525">
                      <a:solidFill>
                        <a:srgbClr val="D5DED6"/>
                      </a:solidFill>
                    </a:lnT>
                    <a:lnB w="9525">
                      <a:solidFill>
                        <a:srgbClr val="D5DED6"/>
                      </a:solidFill>
                    </a:lnB>
                    <a:solidFill>
                      <a:srgbClr val="1463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目的與輸出</a:t>
                      </a:r>
                      <a:endParaRPr sz="1800" b="1">
                        <a:solidFill>
                          <a:srgbClr val="FFFFFF"/>
                        </a:solidFill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5DED6"/>
                      </a:solidFill>
                    </a:lnR>
                    <a:lnT w="9525">
                      <a:solidFill>
                        <a:srgbClr val="D5DED6"/>
                      </a:solidFill>
                    </a:lnT>
                    <a:lnB w="9525">
                      <a:solidFill>
                        <a:srgbClr val="D5DED6"/>
                      </a:solidFill>
                    </a:lnB>
                    <a:solidFill>
                      <a:srgbClr val="1463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使用界線</a:t>
                      </a:r>
                      <a:endParaRPr sz="1800" b="1">
                        <a:solidFill>
                          <a:srgbClr val="FFFFFF"/>
                        </a:solidFill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5DED6"/>
                      </a:solidFill>
                    </a:lnR>
                    <a:lnT w="9525">
                      <a:solidFill>
                        <a:srgbClr val="D5DED6"/>
                      </a:solidFill>
                    </a:lnT>
                    <a:lnB w="9525">
                      <a:solidFill>
                        <a:srgbClr val="D5DED6"/>
                      </a:solidFill>
                    </a:lnB>
                    <a:solidFill>
                      <a:srgbClr val="14634B"/>
                    </a:solidFill>
                  </a:tcPr>
                </a:tc>
              </a:tr>
              <a:tr h="6715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規則</a:t>
                      </a:r>
                      <a:endParaRPr sz="1725" b="0">
                        <a:solidFill>
                          <a:srgbClr val="17342E"/>
                        </a:solidFill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模型未啟用時維持推薦與數字口徑</a:t>
                      </a:r>
                      <a:endParaRPr sz="1725" b="0">
                        <a:solidFill>
                          <a:srgbClr val="17342E"/>
                        </a:solidFill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退回結果須明標為規則</a:t>
                      </a:r>
                      <a:endParaRPr sz="1725" b="0">
                        <a:solidFill>
                          <a:srgbClr val="17342E"/>
                        </a:solidFill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15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LOCAL AI</a:t>
                      </a:r>
                      <a:endParaRPr sz="1725" b="0">
                        <a:solidFill>
                          <a:srgbClr val="17342E"/>
                        </a:solidFill>
                      </a:endParaRPr>
                    </a:p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BGE</a:t>
                      </a:r>
                      <a:endParaRPr sz="1725" b="0">
                        <a:solidFill>
                          <a:srgbClr val="17342E"/>
                        </a:solidFill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EC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商品向量與相似度，產生推薦候選</a:t>
                      </a:r>
                      <a:endParaRPr sz="1725" b="0">
                        <a:solidFill>
                          <a:srgbClr val="17342E"/>
                        </a:solidFill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EC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依庫存與相關性量測採用</a:t>
                      </a:r>
                      <a:endParaRPr sz="1725" b="0">
                        <a:solidFill>
                          <a:srgbClr val="17342E"/>
                        </a:solidFill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ECF1EC"/>
                    </a:solidFill>
                  </a:tcPr>
                </a:tc>
              </a:tr>
              <a:tr h="6715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雲端 AI</a:t>
                      </a:r>
                      <a:endParaRPr sz="1725" b="0">
                        <a:solidFill>
                          <a:srgbClr val="17342E"/>
                        </a:solidFill>
                      </a:endParaRPr>
                    </a:p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Claude</a:t>
                      </a:r>
                      <a:endParaRPr sz="1725" b="0">
                        <a:solidFill>
                          <a:srgbClr val="17342E"/>
                        </a:solidFill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讀取彙總資料，產生營運摘要</a:t>
                      </a:r>
                      <a:endParaRPr sz="1725" b="0">
                        <a:solidFill>
                          <a:srgbClr val="17342E"/>
                        </a:solidFill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不寫入資料，也不處理金流</a:t>
                      </a:r>
                      <a:endParaRPr sz="1725" b="0">
                        <a:solidFill>
                          <a:srgbClr val="17342E"/>
                        </a:solidFill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量測欄位">
            <a:extLst xmlns:a="http://schemas.openxmlformats.org/drawingml/2006/main">
              <a:ext uri="{FF2B5EF4-FFF2-40B4-BE49-F238E27FC236}">
                <a16:creationId xmlns:a16="http://schemas.microsoft.com/office/drawing/2014/main" id="{C00BE00B-BAF5-42EE-B07B-6BAEFFF7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863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1">
                <a:solidFill>
                  <a:srgbClr val="14634B"/>
                </a:solidFill>
              </a:defRPr>
            </a:defPPr>
            <a:lvl1pPr algn="l">
              <a:buNone/>
              <a:defRPr sz="2250" b="1">
                <a:solidFill>
                  <a:srgbClr val="14634B"/>
                </a:solidFill>
              </a:defRPr>
            </a:lvl1pPr>
            <a:lvl2pPr algn="l">
              <a:buNone/>
              <a:defRPr sz="2250" b="1">
                <a:solidFill>
                  <a:srgbClr val="14634B"/>
                </a:solidFill>
              </a:defRPr>
            </a:lvl2pPr>
            <a:lvl3pPr algn="l">
              <a:buNone/>
              <a:defRPr sz="2250" b="1">
                <a:solidFill>
                  <a:srgbClr val="14634B"/>
                </a:solidFill>
              </a:defRPr>
            </a:lvl3pPr>
            <a:lvl4pPr algn="l">
              <a:buNone/>
              <a:defRPr sz="2250" b="1">
                <a:solidFill>
                  <a:srgbClr val="14634B"/>
                </a:solidFill>
              </a:defRPr>
            </a:lvl4pPr>
            <a:lvl5pPr algn="l">
              <a:buNone/>
              <a:defRPr sz="2250" b="1">
                <a:solidFill>
                  <a:srgbClr val="14634B"/>
                </a:solidFill>
              </a:defRPr>
            </a:lvl5pPr>
            <a:lvl6pPr algn="l">
              <a:buNone/>
              <a:defRPr sz="2250" b="1">
                <a:solidFill>
                  <a:srgbClr val="14634B"/>
                </a:solidFill>
              </a:defRPr>
            </a:lvl6pPr>
            <a:lvl7pPr algn="l">
              <a:buNone/>
              <a:defRPr sz="2250" b="1">
                <a:solidFill>
                  <a:srgbClr val="14634B"/>
                </a:solidFill>
              </a:defRPr>
            </a:lvl7pPr>
            <a:lvl8pPr algn="l">
              <a:buNone/>
              <a:defRPr sz="2250" b="1">
                <a:solidFill>
                  <a:srgbClr val="14634B"/>
                </a:solidFill>
              </a:defRPr>
            </a:lvl8pPr>
            <a:lvl9pPr algn="l">
              <a:buNone/>
              <a:defRPr sz="22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14634B"/>
                </a:solidFill>
              </a:defRPr>
            </a:pPr>
            <a:r>
              <a:rPr sz="2250" b="1">
                <a:solidFill>
                  <a:srgbClr val="14634B"/>
                </a:solidFill>
              </a:rPr>
              <a:t>量測與退回</a:t>
            </a:r>
            <a:endParaRPr sz="2250" b="1">
              <a:solidFill>
                <a:srgbClr val="14634B"/>
              </a:solidFill>
            </a:endParaRPr>
          </a:p>
        </p:txBody>
      </p:sp>
      <p:sp>
        <p:nvSpPr>
          <p:cNvPr id="7" name="模型版本、輸入範圍、成功呼叫耗時、token 與退回">
            <a:extLst xmlns:a="http://schemas.openxmlformats.org/drawingml/2006/main">
              <a:ext uri="{FF2B5EF4-FFF2-40B4-BE49-F238E27FC236}">
                <a16:creationId xmlns:a16="http://schemas.microsoft.com/office/drawing/2014/main" id="{046E7F0B-6325-4F47-8BB9-16C4405F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29275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17342E"/>
                </a:solidFill>
              </a:defRPr>
            </a:defPPr>
            <a:lvl1pPr algn="l">
              <a:buNone/>
              <a:defRPr sz="2025" b="0">
                <a:solidFill>
                  <a:srgbClr val="17342E"/>
                </a:solidFill>
              </a:defRPr>
            </a:lvl1pPr>
            <a:lvl2pPr algn="l">
              <a:buNone/>
              <a:defRPr sz="2025" b="0">
                <a:solidFill>
                  <a:srgbClr val="17342E"/>
                </a:solidFill>
              </a:defRPr>
            </a:lvl2pPr>
            <a:lvl3pPr algn="l">
              <a:buNone/>
              <a:defRPr sz="2025" b="0">
                <a:solidFill>
                  <a:srgbClr val="17342E"/>
                </a:solidFill>
              </a:defRPr>
            </a:lvl3pPr>
            <a:lvl4pPr algn="l">
              <a:buNone/>
              <a:defRPr sz="2025" b="0">
                <a:solidFill>
                  <a:srgbClr val="17342E"/>
                </a:solidFill>
              </a:defRPr>
            </a:lvl4pPr>
            <a:lvl5pPr algn="l">
              <a:buNone/>
              <a:defRPr sz="2025" b="0">
                <a:solidFill>
                  <a:srgbClr val="17342E"/>
                </a:solidFill>
              </a:defRPr>
            </a:lvl5pPr>
            <a:lvl6pPr algn="l">
              <a:buNone/>
              <a:defRPr sz="2025" b="0">
                <a:solidFill>
                  <a:srgbClr val="17342E"/>
                </a:solidFill>
              </a:defRPr>
            </a:lvl6pPr>
            <a:lvl7pPr algn="l">
              <a:buNone/>
              <a:defRPr sz="2025" b="0">
                <a:solidFill>
                  <a:srgbClr val="17342E"/>
                </a:solidFill>
              </a:defRPr>
            </a:lvl7pPr>
            <a:lvl8pPr algn="l">
              <a:buNone/>
              <a:defRPr sz="2025" b="0">
                <a:solidFill>
                  <a:srgbClr val="17342E"/>
                </a:solidFill>
              </a:defRPr>
            </a:lvl8pPr>
            <a:lvl9pPr algn="l">
              <a:buNone/>
              <a:defRPr sz="2025" b="0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BGE 看相關性與耗時；Claude 看摘要正確性、token 與延遲</a:t>
            </a:r>
            <a:endParaRPr sz="2025" b="0">
              <a:solidFill>
                <a:srgbClr val="1734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47705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部署與測試證據">
            <a:extLst xmlns:a="http://schemas.openxmlformats.org/drawingml/2006/main">
              <a:ext uri="{FF2B5EF4-FFF2-40B4-BE49-F238E27FC236}">
                <a16:creationId xmlns:a16="http://schemas.microsoft.com/office/drawing/2014/main" id="{06A299AE-C004-4EFC-8E34-577F6FD6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42E"/>
                </a:solidFill>
              </a:defRPr>
            </a:defPPr>
            <a:lvl1pPr algn="l">
              <a:buNone/>
              <a:defRPr sz="3300" b="1">
                <a:solidFill>
                  <a:srgbClr val="17342E"/>
                </a:solidFill>
              </a:defRPr>
            </a:lvl1pPr>
            <a:lvl2pPr algn="l">
              <a:buNone/>
              <a:defRPr sz="3300" b="1">
                <a:solidFill>
                  <a:srgbClr val="17342E"/>
                </a:solidFill>
              </a:defRPr>
            </a:lvl2pPr>
            <a:lvl3pPr algn="l">
              <a:buNone/>
              <a:defRPr sz="3300" b="1">
                <a:solidFill>
                  <a:srgbClr val="17342E"/>
                </a:solidFill>
              </a:defRPr>
            </a:lvl3pPr>
            <a:lvl4pPr algn="l">
              <a:buNone/>
              <a:defRPr sz="3300" b="1">
                <a:solidFill>
                  <a:srgbClr val="17342E"/>
                </a:solidFill>
              </a:defRPr>
            </a:lvl4pPr>
            <a:lvl5pPr algn="l">
              <a:buNone/>
              <a:defRPr sz="3300" b="1">
                <a:solidFill>
                  <a:srgbClr val="17342E"/>
                </a:solidFill>
              </a:defRPr>
            </a:lvl5pPr>
            <a:lvl6pPr algn="l">
              <a:buNone/>
              <a:defRPr sz="3300" b="1">
                <a:solidFill>
                  <a:srgbClr val="17342E"/>
                </a:solidFill>
              </a:defRPr>
            </a:lvl6pPr>
            <a:lvl7pPr algn="l">
              <a:buNone/>
              <a:defRPr sz="3300" b="1">
                <a:solidFill>
                  <a:srgbClr val="17342E"/>
                </a:solidFill>
              </a:defRPr>
            </a:lvl7pPr>
            <a:lvl8pPr algn="l">
              <a:buNone/>
              <a:defRPr sz="3300" b="1">
                <a:solidFill>
                  <a:srgbClr val="17342E"/>
                </a:solidFill>
              </a:defRPr>
            </a:lvl8pPr>
            <a:lvl9pPr algn="l">
              <a:buNone/>
              <a:defRPr sz="3300" b="1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42E"/>
                </a:solidFill>
              </a:defRPr>
            </a:pPr>
            <a:r>
              <a:rPr sz="3300" b="1">
                <a:solidFill>
                  <a:srgbClr val="17342E"/>
                </a:solidFill>
              </a:rPr>
              <a:t>部署與測試證據</a:t>
            </a:r>
            <a:endParaRPr sz="3300" b="1">
              <a:solidFill>
                <a:srgbClr val="17342E"/>
              </a:solidFill>
            </a:endParaRPr>
          </a:p>
        </p:txBody>
      </p:sp>
      <p:sp>
        <p:nvSpPr>
          <p:cNvPr id="2" name="公開路由、本機交易測試與手機驗收各自留證">
            <a:extLst xmlns:a="http://schemas.openxmlformats.org/drawingml/2006/main">
              <a:ext uri="{FF2B5EF4-FFF2-40B4-BE49-F238E27FC236}">
                <a16:creationId xmlns:a16="http://schemas.microsoft.com/office/drawing/2014/main" id="{EF05BF9C-50C1-41ED-9D75-FD7C2025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36760"/>
                </a:solidFill>
              </a:defRPr>
            </a:defPPr>
            <a:lvl1pPr algn="l">
              <a:buNone/>
              <a:defRPr sz="1800" b="0">
                <a:solidFill>
                  <a:srgbClr val="536760"/>
                </a:solidFill>
              </a:defRPr>
            </a:lvl1pPr>
            <a:lvl2pPr algn="l">
              <a:buNone/>
              <a:defRPr sz="1800" b="0">
                <a:solidFill>
                  <a:srgbClr val="536760"/>
                </a:solidFill>
              </a:defRPr>
            </a:lvl2pPr>
            <a:lvl3pPr algn="l">
              <a:buNone/>
              <a:defRPr sz="1800" b="0">
                <a:solidFill>
                  <a:srgbClr val="536760"/>
                </a:solidFill>
              </a:defRPr>
            </a:lvl3pPr>
            <a:lvl4pPr algn="l">
              <a:buNone/>
              <a:defRPr sz="1800" b="0">
                <a:solidFill>
                  <a:srgbClr val="536760"/>
                </a:solidFill>
              </a:defRPr>
            </a:lvl4pPr>
            <a:lvl5pPr algn="l">
              <a:buNone/>
              <a:defRPr sz="1800" b="0">
                <a:solidFill>
                  <a:srgbClr val="536760"/>
                </a:solidFill>
              </a:defRPr>
            </a:lvl5pPr>
            <a:lvl6pPr algn="l">
              <a:buNone/>
              <a:defRPr sz="1800" b="0">
                <a:solidFill>
                  <a:srgbClr val="536760"/>
                </a:solidFill>
              </a:defRPr>
            </a:lvl6pPr>
            <a:lvl7pPr algn="l">
              <a:buNone/>
              <a:defRPr sz="1800" b="0">
                <a:solidFill>
                  <a:srgbClr val="536760"/>
                </a:solidFill>
              </a:defRPr>
            </a:lvl7pPr>
            <a:lvl8pPr algn="l">
              <a:buNone/>
              <a:defRPr sz="1800" b="0">
                <a:solidFill>
                  <a:srgbClr val="536760"/>
                </a:solidFill>
              </a:defRPr>
            </a:lvl8pPr>
            <a:lvl9pPr algn="l">
              <a:buNone/>
              <a:defRPr sz="18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36760"/>
                </a:solidFill>
              </a:defRPr>
            </a:pPr>
            <a:r>
              <a:rPr sz="1800" b="0">
                <a:solidFill>
                  <a:srgbClr val="536760"/>
                </a:solidFill>
              </a:rPr>
              <a:t>公開路由、本機交易測試與手機驗收各自留證</a:t>
            </a:r>
            <a:endParaRPr sz="1800" b="0">
              <a:solidFill>
                <a:srgbClr val="536760"/>
              </a:solidFill>
            </a:endParaRPr>
          </a:p>
        </p:txBody>
      </p:sp>
      <p:sp>
        <p:nvSpPr>
          <p:cNvPr id="3" name="VibeCart AI">
            <a:extLst xmlns:a="http://schemas.openxmlformats.org/drawingml/2006/main">
              <a:ext uri="{FF2B5EF4-FFF2-40B4-BE49-F238E27FC236}">
                <a16:creationId xmlns:a16="http://schemas.microsoft.com/office/drawing/2014/main" id="{D9721711-BFBE-4744-B3A5-A1A3D2D2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36760"/>
                </a:solidFill>
              </a:defRPr>
            </a:defPPr>
            <a:lvl1pPr algn="l">
              <a:buNone/>
              <a:defRPr sz="1200" b="0">
                <a:solidFill>
                  <a:srgbClr val="536760"/>
                </a:solidFill>
              </a:defRPr>
            </a:lvl1pPr>
            <a:lvl2pPr algn="l">
              <a:buNone/>
              <a:defRPr sz="1200" b="0">
                <a:solidFill>
                  <a:srgbClr val="536760"/>
                </a:solidFill>
              </a:defRPr>
            </a:lvl2pPr>
            <a:lvl3pPr algn="l">
              <a:buNone/>
              <a:defRPr sz="1200" b="0">
                <a:solidFill>
                  <a:srgbClr val="536760"/>
                </a:solidFill>
              </a:defRPr>
            </a:lvl3pPr>
            <a:lvl4pPr algn="l">
              <a:buNone/>
              <a:defRPr sz="1200" b="0">
                <a:solidFill>
                  <a:srgbClr val="536760"/>
                </a:solidFill>
              </a:defRPr>
            </a:lvl4pPr>
            <a:lvl5pPr algn="l">
              <a:buNone/>
              <a:defRPr sz="1200" b="0">
                <a:solidFill>
                  <a:srgbClr val="536760"/>
                </a:solidFill>
              </a:defRPr>
            </a:lvl5pPr>
            <a:lvl6pPr algn="l">
              <a:buNone/>
              <a:defRPr sz="1200" b="0">
                <a:solidFill>
                  <a:srgbClr val="536760"/>
                </a:solidFill>
              </a:defRPr>
            </a:lvl6pPr>
            <a:lvl7pPr algn="l">
              <a:buNone/>
              <a:defRPr sz="1200" b="0">
                <a:solidFill>
                  <a:srgbClr val="536760"/>
                </a:solidFill>
              </a:defRPr>
            </a:lvl7pPr>
            <a:lvl8pPr algn="l">
              <a:buNone/>
              <a:defRPr sz="1200" b="0">
                <a:solidFill>
                  <a:srgbClr val="536760"/>
                </a:solidFill>
              </a:defRPr>
            </a:lvl8pPr>
            <a:lvl9pPr algn="l">
              <a:buNone/>
              <a:defRPr sz="12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36760"/>
                </a:solidFill>
              </a:defRPr>
            </a:pPr>
            <a:r>
              <a:rPr sz="1200" b="0">
                <a:solidFill>
                  <a:srgbClr val="536760"/>
                </a:solidFill>
              </a:rPr>
              <a:t>VibeCart AI</a:t>
            </a:r>
            <a:endParaRPr sz="1200" b="0">
              <a:solidFill>
                <a:srgbClr val="536760"/>
              </a:solidFill>
            </a:endParaRPr>
          </a:p>
        </p:txBody>
      </p:sp>
      <p:sp>
        <p:nvSpPr>
          <p:cNvPr id="4" name="11">
            <a:extLst xmlns:a="http://schemas.openxmlformats.org/drawingml/2006/main">
              <a:ext uri="{FF2B5EF4-FFF2-40B4-BE49-F238E27FC236}">
                <a16:creationId xmlns:a16="http://schemas.microsoft.com/office/drawing/2014/main" id="{55899B58-3961-473B-89FC-46D8C3A8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14634B"/>
                </a:solidFill>
              </a:defRPr>
            </a:defPPr>
            <a:lvl1pPr algn="l">
              <a:buNone/>
              <a:defRPr sz="1350" b="1">
                <a:solidFill>
                  <a:srgbClr val="14634B"/>
                </a:solidFill>
              </a:defRPr>
            </a:lvl1pPr>
            <a:lvl2pPr algn="l">
              <a:buNone/>
              <a:defRPr sz="1350" b="1">
                <a:solidFill>
                  <a:srgbClr val="14634B"/>
                </a:solidFill>
              </a:defRPr>
            </a:lvl2pPr>
            <a:lvl3pPr algn="l">
              <a:buNone/>
              <a:defRPr sz="1350" b="1">
                <a:solidFill>
                  <a:srgbClr val="14634B"/>
                </a:solidFill>
              </a:defRPr>
            </a:lvl3pPr>
            <a:lvl4pPr algn="l">
              <a:buNone/>
              <a:defRPr sz="1350" b="1">
                <a:solidFill>
                  <a:srgbClr val="14634B"/>
                </a:solidFill>
              </a:defRPr>
            </a:lvl4pPr>
            <a:lvl5pPr algn="l">
              <a:buNone/>
              <a:defRPr sz="1350" b="1">
                <a:solidFill>
                  <a:srgbClr val="14634B"/>
                </a:solidFill>
              </a:defRPr>
            </a:lvl5pPr>
            <a:lvl6pPr algn="l">
              <a:buNone/>
              <a:defRPr sz="1350" b="1">
                <a:solidFill>
                  <a:srgbClr val="14634B"/>
                </a:solidFill>
              </a:defRPr>
            </a:lvl6pPr>
            <a:lvl7pPr algn="l">
              <a:buNone/>
              <a:defRPr sz="1350" b="1">
                <a:solidFill>
                  <a:srgbClr val="14634B"/>
                </a:solidFill>
              </a:defRPr>
            </a:lvl7pPr>
            <a:lvl8pPr algn="l">
              <a:buNone/>
              <a:defRPr sz="1350" b="1">
                <a:solidFill>
                  <a:srgbClr val="14634B"/>
                </a:solidFill>
              </a:defRPr>
            </a:lvl8pPr>
            <a:lvl9pPr algn="l">
              <a:buNone/>
              <a:defRPr sz="13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14634B"/>
                </a:solidFill>
              </a:defRPr>
            </a:pPr>
            <a:r>
              <a:rPr sz="1350" b="1">
                <a:solidFill>
                  <a:srgbClr val="14634B"/>
                </a:solidFill>
              </a:rPr>
              <a:t>11</a:t>
            </a:r>
            <a:endParaRPr sz="1350" b="1">
              <a:solidFill>
                <a:srgbClr val="14634B"/>
              </a:solidFill>
            </a:endParaRPr>
          </a:p>
        </p:txBody>
      </p:sp>
      <p:sp>
        <p:nvSpPr>
          <p:cNvPr id="5" name="186 passed / 0 skipped">
            <a:extLst xmlns:a="http://schemas.openxmlformats.org/drawingml/2006/main">
              <a:ext uri="{FF2B5EF4-FFF2-40B4-BE49-F238E27FC236}">
                <a16:creationId xmlns:a16="http://schemas.microsoft.com/office/drawing/2014/main" id="{C5EB0A1D-616E-42E8-B6D2-A588AD7E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800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>
                <a:solidFill>
                  <a:srgbClr val="14634B"/>
                </a:solidFill>
              </a:defRPr>
            </a:defPPr>
            <a:lvl1pPr algn="l">
              <a:buNone/>
              <a:defRPr sz="3600" b="1">
                <a:solidFill>
                  <a:srgbClr val="14634B"/>
                </a:solidFill>
              </a:defRPr>
            </a:lvl1pPr>
            <a:lvl2pPr algn="l">
              <a:buNone/>
              <a:defRPr sz="3600" b="1">
                <a:solidFill>
                  <a:srgbClr val="14634B"/>
                </a:solidFill>
              </a:defRPr>
            </a:lvl2pPr>
            <a:lvl3pPr algn="l">
              <a:buNone/>
              <a:defRPr sz="3600" b="1">
                <a:solidFill>
                  <a:srgbClr val="14634B"/>
                </a:solidFill>
              </a:defRPr>
            </a:lvl3pPr>
            <a:lvl4pPr algn="l">
              <a:buNone/>
              <a:defRPr sz="3600" b="1">
                <a:solidFill>
                  <a:srgbClr val="14634B"/>
                </a:solidFill>
              </a:defRPr>
            </a:lvl4pPr>
            <a:lvl5pPr algn="l">
              <a:buNone/>
              <a:defRPr sz="3600" b="1">
                <a:solidFill>
                  <a:srgbClr val="14634B"/>
                </a:solidFill>
              </a:defRPr>
            </a:lvl5pPr>
            <a:lvl6pPr algn="l">
              <a:buNone/>
              <a:defRPr sz="3600" b="1">
                <a:solidFill>
                  <a:srgbClr val="14634B"/>
                </a:solidFill>
              </a:defRPr>
            </a:lvl6pPr>
            <a:lvl7pPr algn="l">
              <a:buNone/>
              <a:defRPr sz="3600" b="1">
                <a:solidFill>
                  <a:srgbClr val="14634B"/>
                </a:solidFill>
              </a:defRPr>
            </a:lvl7pPr>
            <a:lvl8pPr algn="l">
              <a:buNone/>
              <a:defRPr sz="3600" b="1">
                <a:solidFill>
                  <a:srgbClr val="14634B"/>
                </a:solidFill>
              </a:defRPr>
            </a:lvl8pPr>
            <a:lvl9pPr algn="l">
              <a:buNone/>
              <a:defRPr sz="360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3600" b="1">
                <a:solidFill>
                  <a:srgbClr val="14634B"/>
                </a:solidFill>
              </a:defRPr>
            </a:pPr>
            <a:r>
              <a:rPr sz="3600" b="1">
                <a:solidFill>
                  <a:srgbClr val="14634B"/>
                </a:solidFill>
              </a:rPr>
              <a:t>186 passed / 0 skipped</a:t>
            </a:r>
            <a:endParaRPr sz="3600" b="1">
              <a:solidFill>
                <a:srgbClr val="14634B"/>
              </a:solidFill>
            </a:endParaRPr>
          </a:p>
        </p:txBody>
      </p:sp>
      <p:sp>
        <p:nvSpPr>
          <p:cNvPr id="6" name="同版本機隔離資料庫測試，涵蓋回滾與庫存併發">
            <a:extLst xmlns:a="http://schemas.openxmlformats.org/drawingml/2006/main">
              <a:ext uri="{FF2B5EF4-FFF2-40B4-BE49-F238E27FC236}">
                <a16:creationId xmlns:a16="http://schemas.microsoft.com/office/drawing/2014/main" id="{90A6A317-3181-4ADB-A88F-F01534EF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95600"/>
            <a:ext cx="79533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17342E"/>
                </a:solidFill>
              </a:defRPr>
            </a:defPPr>
            <a:lvl1pPr algn="l">
              <a:buNone/>
              <a:defRPr sz="2025" b="0">
                <a:solidFill>
                  <a:srgbClr val="17342E"/>
                </a:solidFill>
              </a:defRPr>
            </a:lvl1pPr>
            <a:lvl2pPr algn="l">
              <a:buNone/>
              <a:defRPr sz="2025" b="0">
                <a:solidFill>
                  <a:srgbClr val="17342E"/>
                </a:solidFill>
              </a:defRPr>
            </a:lvl2pPr>
            <a:lvl3pPr algn="l">
              <a:buNone/>
              <a:defRPr sz="2025" b="0">
                <a:solidFill>
                  <a:srgbClr val="17342E"/>
                </a:solidFill>
              </a:defRPr>
            </a:lvl3pPr>
            <a:lvl4pPr algn="l">
              <a:buNone/>
              <a:defRPr sz="2025" b="0">
                <a:solidFill>
                  <a:srgbClr val="17342E"/>
                </a:solidFill>
              </a:defRPr>
            </a:lvl4pPr>
            <a:lvl5pPr algn="l">
              <a:buNone/>
              <a:defRPr sz="2025" b="0">
                <a:solidFill>
                  <a:srgbClr val="17342E"/>
                </a:solidFill>
              </a:defRPr>
            </a:lvl5pPr>
            <a:lvl6pPr algn="l">
              <a:buNone/>
              <a:defRPr sz="2025" b="0">
                <a:solidFill>
                  <a:srgbClr val="17342E"/>
                </a:solidFill>
              </a:defRPr>
            </a:lvl6pPr>
            <a:lvl7pPr algn="l">
              <a:buNone/>
              <a:defRPr sz="2025" b="0">
                <a:solidFill>
                  <a:srgbClr val="17342E"/>
                </a:solidFill>
              </a:defRPr>
            </a:lvl7pPr>
            <a:lvl8pPr algn="l">
              <a:buNone/>
              <a:defRPr sz="2025" b="0">
                <a:solidFill>
                  <a:srgbClr val="17342E"/>
                </a:solidFill>
              </a:defRPr>
            </a:lvl8pPr>
            <a:lvl9pPr algn="l">
              <a:buNone/>
              <a:defRPr sz="2025" b="0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同版本機隔離資料庫測試，涵蓋回滾與庫存併發</a:t>
            </a:r>
            <a:endParaRPr sz="2025" b="0">
              <a:solidFill>
                <a:srgbClr val="17342E"/>
              </a:solidFill>
            </a:endParaRPr>
          </a:p>
        </p:txBody>
      </p:sp>
      <p:sp>
        <p:nvSpPr>
          <p:cNvPr id="7" name="1,240 筆 D4 合成事件">
            <a:extLst xmlns:a="http://schemas.openxmlformats.org/drawingml/2006/main">
              <a:ext uri="{FF2B5EF4-FFF2-40B4-BE49-F238E27FC236}">
                <a16:creationId xmlns:a16="http://schemas.microsoft.com/office/drawing/2014/main" id="{D3AE0589-4253-49DD-AF32-C90F1EA9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52850"/>
            <a:ext cx="800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75" b="1">
                <a:solidFill>
                  <a:srgbClr val="14634B"/>
                </a:solidFill>
              </a:defRPr>
            </a:defPPr>
            <a:lvl1pPr algn="l">
              <a:buNone/>
              <a:defRPr sz="2775" b="1">
                <a:solidFill>
                  <a:srgbClr val="14634B"/>
                </a:solidFill>
              </a:defRPr>
            </a:lvl1pPr>
            <a:lvl2pPr algn="l">
              <a:buNone/>
              <a:defRPr sz="2775" b="1">
                <a:solidFill>
                  <a:srgbClr val="14634B"/>
                </a:solidFill>
              </a:defRPr>
            </a:lvl2pPr>
            <a:lvl3pPr algn="l">
              <a:buNone/>
              <a:defRPr sz="2775" b="1">
                <a:solidFill>
                  <a:srgbClr val="14634B"/>
                </a:solidFill>
              </a:defRPr>
            </a:lvl3pPr>
            <a:lvl4pPr algn="l">
              <a:buNone/>
              <a:defRPr sz="2775" b="1">
                <a:solidFill>
                  <a:srgbClr val="14634B"/>
                </a:solidFill>
              </a:defRPr>
            </a:lvl4pPr>
            <a:lvl5pPr algn="l">
              <a:buNone/>
              <a:defRPr sz="2775" b="1">
                <a:solidFill>
                  <a:srgbClr val="14634B"/>
                </a:solidFill>
              </a:defRPr>
            </a:lvl5pPr>
            <a:lvl6pPr algn="l">
              <a:buNone/>
              <a:defRPr sz="2775" b="1">
                <a:solidFill>
                  <a:srgbClr val="14634B"/>
                </a:solidFill>
              </a:defRPr>
            </a:lvl6pPr>
            <a:lvl7pPr algn="l">
              <a:buNone/>
              <a:defRPr sz="2775" b="1">
                <a:solidFill>
                  <a:srgbClr val="14634B"/>
                </a:solidFill>
              </a:defRPr>
            </a:lvl7pPr>
            <a:lvl8pPr algn="l">
              <a:buNone/>
              <a:defRPr sz="2775" b="1">
                <a:solidFill>
                  <a:srgbClr val="14634B"/>
                </a:solidFill>
              </a:defRPr>
            </a:lvl8pPr>
            <a:lvl9pPr algn="l">
              <a:buNone/>
              <a:defRPr sz="2775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2775" b="1">
                <a:solidFill>
                  <a:srgbClr val="14634B"/>
                </a:solidFill>
              </a:defRPr>
            </a:pPr>
            <a:r>
              <a:rPr sz="2775" b="1">
                <a:solidFill>
                  <a:srgbClr val="14634B"/>
                </a:solidFill>
              </a:rPr>
              <a:t>1,240 筆 D4 合成事件</a:t>
            </a:r>
            <a:endParaRPr sz="2775" b="1">
              <a:solidFill>
                <a:srgbClr val="14634B"/>
              </a:solidFill>
            </a:endParaRPr>
          </a:p>
        </p:txBody>
      </p:sp>
      <p:sp>
        <p:nvSpPr>
          <p:cNvPr id="8" name="缺漏 0，重送新增 0，排除歸因漏標 0">
            <a:extLst xmlns:a="http://schemas.openxmlformats.org/drawingml/2006/main">
              <a:ext uri="{FF2B5EF4-FFF2-40B4-BE49-F238E27FC236}">
                <a16:creationId xmlns:a16="http://schemas.microsoft.com/office/drawing/2014/main" id="{54C8881B-06AF-4F81-91F9-FCF630A6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67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17342E"/>
                </a:solidFill>
              </a:defRPr>
            </a:defPPr>
            <a:lvl1pPr algn="l">
              <a:buNone/>
              <a:defRPr sz="2025" b="0">
                <a:solidFill>
                  <a:srgbClr val="17342E"/>
                </a:solidFill>
              </a:defRPr>
            </a:lvl1pPr>
            <a:lvl2pPr algn="l">
              <a:buNone/>
              <a:defRPr sz="2025" b="0">
                <a:solidFill>
                  <a:srgbClr val="17342E"/>
                </a:solidFill>
              </a:defRPr>
            </a:lvl2pPr>
            <a:lvl3pPr algn="l">
              <a:buNone/>
              <a:defRPr sz="2025" b="0">
                <a:solidFill>
                  <a:srgbClr val="17342E"/>
                </a:solidFill>
              </a:defRPr>
            </a:lvl3pPr>
            <a:lvl4pPr algn="l">
              <a:buNone/>
              <a:defRPr sz="2025" b="0">
                <a:solidFill>
                  <a:srgbClr val="17342E"/>
                </a:solidFill>
              </a:defRPr>
            </a:lvl4pPr>
            <a:lvl5pPr algn="l">
              <a:buNone/>
              <a:defRPr sz="2025" b="0">
                <a:solidFill>
                  <a:srgbClr val="17342E"/>
                </a:solidFill>
              </a:defRPr>
            </a:lvl5pPr>
            <a:lvl6pPr algn="l">
              <a:buNone/>
              <a:defRPr sz="2025" b="0">
                <a:solidFill>
                  <a:srgbClr val="17342E"/>
                </a:solidFill>
              </a:defRPr>
            </a:lvl6pPr>
            <a:lvl7pPr algn="l">
              <a:buNone/>
              <a:defRPr sz="2025" b="0">
                <a:solidFill>
                  <a:srgbClr val="17342E"/>
                </a:solidFill>
              </a:defRPr>
            </a:lvl7pPr>
            <a:lvl8pPr algn="l">
              <a:buNone/>
              <a:defRPr sz="2025" b="0">
                <a:solidFill>
                  <a:srgbClr val="17342E"/>
                </a:solidFill>
              </a:defRPr>
            </a:lvl8pPr>
            <a:lvl9pPr algn="l">
              <a:buNone/>
              <a:defRPr sz="2025" b="0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缺漏 0，重送新增 0，排除歸因漏標 0</a:t>
            </a:r>
            <a:endParaRPr sz="2025" b="0">
              <a:solidFill>
                <a:srgbClr val="17342E"/>
              </a:solidFill>
            </a:endParaRPr>
          </a:p>
        </p:txBody>
      </p:sp>
      <p:sp>
        <p:nvSpPr>
          <p:cNvPr id="9" name="Firebase Hosting / Cloud R">
            <a:extLst xmlns:a="http://schemas.openxmlformats.org/drawingml/2006/main">
              <a:ext uri="{FF2B5EF4-FFF2-40B4-BE49-F238E27FC236}">
                <a16:creationId xmlns:a16="http://schemas.microsoft.com/office/drawing/2014/main" id="{99B23607-8D57-4EEF-9F5C-A6DFCE52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7210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>
                <a:solidFill>
                  <a:srgbClr val="122D3A"/>
                </a:solidFill>
              </a:defRPr>
            </a:defPPr>
            <a:lvl1pPr algn="l">
              <a:buNone/>
              <a:defRPr sz="2100" b="1">
                <a:solidFill>
                  <a:srgbClr val="122D3A"/>
                </a:solidFill>
              </a:defRPr>
            </a:lvl1pPr>
            <a:lvl2pPr algn="l">
              <a:buNone/>
              <a:defRPr sz="2100" b="1">
                <a:solidFill>
                  <a:srgbClr val="122D3A"/>
                </a:solidFill>
              </a:defRPr>
            </a:lvl2pPr>
            <a:lvl3pPr algn="l">
              <a:buNone/>
              <a:defRPr sz="2100" b="1">
                <a:solidFill>
                  <a:srgbClr val="122D3A"/>
                </a:solidFill>
              </a:defRPr>
            </a:lvl3pPr>
            <a:lvl4pPr algn="l">
              <a:buNone/>
              <a:defRPr sz="2100" b="1">
                <a:solidFill>
                  <a:srgbClr val="122D3A"/>
                </a:solidFill>
              </a:defRPr>
            </a:lvl4pPr>
            <a:lvl5pPr algn="l">
              <a:buNone/>
              <a:defRPr sz="2100" b="1">
                <a:solidFill>
                  <a:srgbClr val="122D3A"/>
                </a:solidFill>
              </a:defRPr>
            </a:lvl5pPr>
            <a:lvl6pPr algn="l">
              <a:buNone/>
              <a:defRPr sz="2100" b="1">
                <a:solidFill>
                  <a:srgbClr val="122D3A"/>
                </a:solidFill>
              </a:defRPr>
            </a:lvl6pPr>
            <a:lvl7pPr algn="l">
              <a:buNone/>
              <a:defRPr sz="2100" b="1">
                <a:solidFill>
                  <a:srgbClr val="122D3A"/>
                </a:solidFill>
              </a:defRPr>
            </a:lvl7pPr>
            <a:lvl8pPr algn="l">
              <a:buNone/>
              <a:defRPr sz="2100" b="1">
                <a:solidFill>
                  <a:srgbClr val="122D3A"/>
                </a:solidFill>
              </a:defRPr>
            </a:lvl8pPr>
            <a:lvl9pPr algn="l">
              <a:buNone/>
              <a:defRPr sz="2100" b="1">
                <a:solidFill>
                  <a:srgbClr val="122D3A"/>
                </a:solidFill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122D3A"/>
                </a:solidFill>
              </a:defRPr>
            </a:pPr>
            <a:r>
              <a:rPr sz="2100" b="1">
                <a:solidFill>
                  <a:srgbClr val="122D3A"/>
                </a:solidFill>
              </a:rPr>
              <a:t>Firebase Hosting / Cloud Run / Atlas</a:t>
            </a:r>
            <a:endParaRPr sz="2100" b="1">
              <a:solidFill>
                <a:srgbClr val="122D3A"/>
              </a:solidFill>
            </a:endParaRPr>
          </a:p>
        </p:txBody>
      </p:sp>
      <p:sp>
        <p:nvSpPr>
          <p:cNvPr id="10" name="完整正式角色、交易與手機實機驗收待補">
            <a:extLst xmlns:a="http://schemas.openxmlformats.org/drawingml/2006/main">
              <a:ext uri="{FF2B5EF4-FFF2-40B4-BE49-F238E27FC236}">
                <a16:creationId xmlns:a16="http://schemas.microsoft.com/office/drawing/2014/main" id="{351E1DCB-7AB0-4F30-865C-B0BF6BCD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0550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36760"/>
                </a:solidFill>
              </a:defRPr>
            </a:defPPr>
            <a:lvl1pPr algn="l">
              <a:buNone/>
              <a:defRPr sz="1800" b="0">
                <a:solidFill>
                  <a:srgbClr val="536760"/>
                </a:solidFill>
              </a:defRPr>
            </a:lvl1pPr>
            <a:lvl2pPr algn="l">
              <a:buNone/>
              <a:defRPr sz="1800" b="0">
                <a:solidFill>
                  <a:srgbClr val="536760"/>
                </a:solidFill>
              </a:defRPr>
            </a:lvl2pPr>
            <a:lvl3pPr algn="l">
              <a:buNone/>
              <a:defRPr sz="1800" b="0">
                <a:solidFill>
                  <a:srgbClr val="536760"/>
                </a:solidFill>
              </a:defRPr>
            </a:lvl3pPr>
            <a:lvl4pPr algn="l">
              <a:buNone/>
              <a:defRPr sz="1800" b="0">
                <a:solidFill>
                  <a:srgbClr val="536760"/>
                </a:solidFill>
              </a:defRPr>
            </a:lvl4pPr>
            <a:lvl5pPr algn="l">
              <a:buNone/>
              <a:defRPr sz="1800" b="0">
                <a:solidFill>
                  <a:srgbClr val="536760"/>
                </a:solidFill>
              </a:defRPr>
            </a:lvl5pPr>
            <a:lvl6pPr algn="l">
              <a:buNone/>
              <a:defRPr sz="1800" b="0">
                <a:solidFill>
                  <a:srgbClr val="536760"/>
                </a:solidFill>
              </a:defRPr>
            </a:lvl6pPr>
            <a:lvl7pPr algn="l">
              <a:buNone/>
              <a:defRPr sz="1800" b="0">
                <a:solidFill>
                  <a:srgbClr val="536760"/>
                </a:solidFill>
              </a:defRPr>
            </a:lvl7pPr>
            <a:lvl8pPr algn="l">
              <a:buNone/>
              <a:defRPr sz="1800" b="0">
                <a:solidFill>
                  <a:srgbClr val="536760"/>
                </a:solidFill>
              </a:defRPr>
            </a:lvl8pPr>
            <a:lvl9pPr algn="l">
              <a:buNone/>
              <a:defRPr sz="18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36760"/>
                </a:solidFill>
              </a:defRPr>
            </a:pPr>
            <a:r>
              <a:rPr sz="1800" b="0">
                <a:solidFill>
                  <a:srgbClr val="536760"/>
                </a:solidFill>
              </a:rPr>
              <a:t>完整正式角色、交易與手機實機驗收待補</a:t>
            </a:r>
            <a:endParaRPr sz="1800" b="0">
              <a:solidFill>
                <a:srgbClr val="536760"/>
              </a:solidFill>
            </a:endParaRPr>
          </a:p>
        </p:txBody>
      </p:sp>
      <p:pic>
        <p:nvPicPr>
          <p:cNvPr id="11" name="圖片 10">
            <a:extLst xmlns:a="http://schemas.openxmlformats.org/drawingml/2006/main">
              <a:ext uri="{FF2B5EF4-FFF2-40B4-BE49-F238E27FC236}">
                <a16:creationId xmlns:a16="http://schemas.microsoft.com/office/drawing/2014/main" id="{E4202431-8BB6-4F32-9BB8-C79EC96EF1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242979fe3b49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07798" y="1857375"/>
            <a:ext cx="1929828" cy="4343400"/>
          </a:xfrm>
          <a:prstGeom xmlns:a="http://schemas.openxmlformats.org/drawingml/2006/main" prst="rect">
            <a:avLst/>
          </a:prstGeom>
        </p:spPr>
      </p:pic>
      <p:sp>
        <p:nvSpPr>
          <p:cNvPr id="12" name="390×844 瀏覽器窄視窗">
            <a:extLst xmlns:a="http://schemas.openxmlformats.org/drawingml/2006/main">
              <a:ext uri="{FF2B5EF4-FFF2-40B4-BE49-F238E27FC236}">
                <a16:creationId xmlns:a16="http://schemas.microsoft.com/office/drawing/2014/main" id="{77D9CE4E-954C-477F-A51A-524F5F3D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21982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36760"/>
                </a:solidFill>
              </a:defRPr>
            </a:defPPr>
            <a:lvl1pPr algn="l">
              <a:buNone/>
              <a:defRPr sz="1200" b="0">
                <a:solidFill>
                  <a:srgbClr val="536760"/>
                </a:solidFill>
              </a:defRPr>
            </a:lvl1pPr>
            <a:lvl2pPr algn="l">
              <a:buNone/>
              <a:defRPr sz="1200" b="0">
                <a:solidFill>
                  <a:srgbClr val="536760"/>
                </a:solidFill>
              </a:defRPr>
            </a:lvl2pPr>
            <a:lvl3pPr algn="l">
              <a:buNone/>
              <a:defRPr sz="1200" b="0">
                <a:solidFill>
                  <a:srgbClr val="536760"/>
                </a:solidFill>
              </a:defRPr>
            </a:lvl3pPr>
            <a:lvl4pPr algn="l">
              <a:buNone/>
              <a:defRPr sz="1200" b="0">
                <a:solidFill>
                  <a:srgbClr val="536760"/>
                </a:solidFill>
              </a:defRPr>
            </a:lvl4pPr>
            <a:lvl5pPr algn="l">
              <a:buNone/>
              <a:defRPr sz="1200" b="0">
                <a:solidFill>
                  <a:srgbClr val="536760"/>
                </a:solidFill>
              </a:defRPr>
            </a:lvl5pPr>
            <a:lvl6pPr algn="l">
              <a:buNone/>
              <a:defRPr sz="1200" b="0">
                <a:solidFill>
                  <a:srgbClr val="536760"/>
                </a:solidFill>
              </a:defRPr>
            </a:lvl6pPr>
            <a:lvl7pPr algn="l">
              <a:buNone/>
              <a:defRPr sz="1200" b="0">
                <a:solidFill>
                  <a:srgbClr val="536760"/>
                </a:solidFill>
              </a:defRPr>
            </a:lvl7pPr>
            <a:lvl8pPr algn="l">
              <a:buNone/>
              <a:defRPr sz="1200" b="0">
                <a:solidFill>
                  <a:srgbClr val="536760"/>
                </a:solidFill>
              </a:defRPr>
            </a:lvl8pPr>
            <a:lvl9pPr algn="l">
              <a:buNone/>
              <a:defRPr sz="12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36760"/>
                </a:solidFill>
              </a:defRPr>
            </a:pPr>
            <a:r>
              <a:rPr sz="1200" b="0">
                <a:solidFill>
                  <a:srgbClr val="536760"/>
                </a:solidFill>
              </a:rPr>
              <a:t>390×844 瀏覽器窄視窗</a:t>
            </a:r>
            <a:endParaRPr sz="1200" b="0">
              <a:solidFill>
                <a:srgbClr val="5367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6791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F2E2260-A399-4F87-B406-AC332ED6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42E"/>
                </a:solidFill>
                <a:latin typeface="微軟正黑體"/>
                <a:ea typeface="微軟正黑體"/>
                <a:cs typeface="微軟正黑體"/>
              </a:defRPr>
            </a:defPPr>
            <a:lvl1pPr algn="l">
              <a:buNone/>
              <a:defRPr sz="3300" b="1">
                <a:solidFill>
                  <a:srgbClr val="17342E"/>
                </a:solidFill>
                <a:latin typeface="微軟正黑體"/>
                <a:ea typeface="微軟正黑體"/>
                <a:cs typeface="微軟正黑體"/>
              </a:defRPr>
            </a:lvl1pPr>
            <a:lvl2pPr algn="l">
              <a:buNone/>
              <a:defRPr sz="3300" b="1">
                <a:solidFill>
                  <a:srgbClr val="17342E"/>
                </a:solidFill>
                <a:latin typeface="微軟正黑體"/>
                <a:ea typeface="微軟正黑體"/>
                <a:cs typeface="微軟正黑體"/>
              </a:defRPr>
            </a:lvl2pPr>
            <a:lvl3pPr algn="l">
              <a:buNone/>
              <a:defRPr sz="3300" b="1">
                <a:solidFill>
                  <a:srgbClr val="17342E"/>
                </a:solidFill>
                <a:latin typeface="微軟正黑體"/>
                <a:ea typeface="微軟正黑體"/>
                <a:cs typeface="微軟正黑體"/>
              </a:defRPr>
            </a:lvl3pPr>
            <a:lvl4pPr algn="l">
              <a:buNone/>
              <a:defRPr sz="3300" b="1">
                <a:solidFill>
                  <a:srgbClr val="17342E"/>
                </a:solidFill>
                <a:latin typeface="微軟正黑體"/>
                <a:ea typeface="微軟正黑體"/>
                <a:cs typeface="微軟正黑體"/>
              </a:defRPr>
            </a:lvl4pPr>
            <a:lvl5pPr algn="l">
              <a:buNone/>
              <a:defRPr sz="3300" b="1">
                <a:solidFill>
                  <a:srgbClr val="17342E"/>
                </a:solidFill>
                <a:latin typeface="微軟正黑體"/>
                <a:ea typeface="微軟正黑體"/>
                <a:cs typeface="微軟正黑體"/>
              </a:defRPr>
            </a:lvl5pPr>
            <a:lvl6pPr algn="l">
              <a:buNone/>
              <a:defRPr sz="3300" b="1">
                <a:solidFill>
                  <a:srgbClr val="17342E"/>
                </a:solidFill>
                <a:latin typeface="微軟正黑體"/>
                <a:ea typeface="微軟正黑體"/>
                <a:cs typeface="微軟正黑體"/>
              </a:defRPr>
            </a:lvl6pPr>
            <a:lvl7pPr algn="l">
              <a:buNone/>
              <a:defRPr sz="3300" b="1">
                <a:solidFill>
                  <a:srgbClr val="17342E"/>
                </a:solidFill>
                <a:latin typeface="微軟正黑體"/>
                <a:ea typeface="微軟正黑體"/>
                <a:cs typeface="微軟正黑體"/>
              </a:defRPr>
            </a:lvl7pPr>
            <a:lvl8pPr algn="l">
              <a:buNone/>
              <a:defRPr sz="3300" b="1">
                <a:solidFill>
                  <a:srgbClr val="17342E"/>
                </a:solidFill>
                <a:latin typeface="微軟正黑體"/>
                <a:ea typeface="微軟正黑體"/>
                <a:cs typeface="微軟正黑體"/>
              </a:defRPr>
            </a:lvl8pPr>
            <a:lvl9pPr algn="l">
              <a:buNone/>
              <a:defRPr sz="3300" b="1">
                <a:solidFill>
                  <a:srgbClr val="17342E"/>
                </a:solidFill>
                <a:latin typeface="微軟正黑體"/>
                <a:ea typeface="微軟正黑體"/>
                <a:cs typeface="微軟正黑體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42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300" b="1">
                <a:solidFill>
                  <a:srgbClr val="17342E"/>
                </a:solidFill>
                <a:latin typeface="微軟正黑體"/>
                <a:ea typeface="微軟正黑體"/>
                <a:cs typeface="微軟正黑體"/>
              </a:rPr>
              <a:t>LOCAL AI｜從商品資料到個人推薦</a:t>
            </a:r>
            <a:endParaRPr sz="3300" b="1">
              <a:solidFill>
                <a:srgbClr val="17342E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DE85755-A4FF-467A-9823-0EBEAA34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defPPr>
            <a:lvl1pPr algn="l">
              <a:buNone/>
              <a:def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1pPr>
            <a:lvl2pPr algn="l">
              <a:buNone/>
              <a:def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2pPr>
            <a:lvl3pPr algn="l">
              <a:buNone/>
              <a:def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3pPr>
            <a:lvl4pPr algn="l">
              <a:buNone/>
              <a:def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4pPr>
            <a:lvl5pPr algn="l">
              <a:buNone/>
              <a:def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5pPr>
            <a:lvl6pPr algn="l">
              <a:buNone/>
              <a:def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6pPr>
            <a:lvl7pPr algn="l">
              <a:buNone/>
              <a:def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7pPr>
            <a:lvl8pPr algn="l">
              <a:buNone/>
              <a:def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8pPr>
            <a:lvl9pPr algn="l">
              <a:buNone/>
              <a:def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rPr>
              <a:t>目的：幫顧客找到可買、相近且符合偏好的商品</a:t>
            </a:r>
            <a:endParaRPr sz="1800" b="0">
              <a:solidFill>
                <a:srgbClr val="536760"/>
              </a:solidFill>
              <a:latin typeface="微軟正黑體"/>
              <a:ea typeface="微軟正黑體"/>
              <a:cs typeface="微軟正黑體"/>
            </a:endParaRPr>
          </a:p>
        </p:txBody>
      </p:sp>
      <p:graphicFrame>
        <p:nvGraphicFramePr>
          <p:cNvPr id="3" name="表格 2">
            <a:extLst xmlns:a="http://schemas.openxmlformats.org/drawingml/2006/main">
              <a:ext uri="{FF2B5EF4-FFF2-40B4-BE49-F238E27FC236}">
                <a16:creationId xmlns:a16="http://schemas.microsoft.com/office/drawing/2014/main" id="{18E71AFC-8C87-42C7-9A6B-289C4DA3B49B}"/>
              </a:ext>
            </a:extLst>
          </p:cNvPr>
          <p:cNvGraphicFramePr/>
          <p:nvPr/>
        </p:nvGraphicFramePr>
        <p:xfrm>
          <a:off xmlns:a="http://schemas.openxmlformats.org/drawingml/2006/main" x="619125" y="2038350"/>
          <a:ext xmlns:a="http://schemas.openxmlformats.org/drawingml/2006/main" cx="1095375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619625"/>
                <a:gridCol w="4619625"/>
              </a:tblGrid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步驟</a:t>
                      </a:r>
                      <a:endParaRPr sz="1725" b="1">
                        <a:solidFill>
                          <a:srgbClr val="FFFFFF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T w="9525">
                      <a:solidFill>
                        <a:srgbClr val="D5DED6"/>
                      </a:solidFill>
                    </a:lnT>
                    <a:lnB w="9525">
                      <a:solidFill>
                        <a:srgbClr val="D5DED6"/>
                      </a:solidFill>
                    </a:lnB>
                    <a:solidFill>
                      <a:srgbClr val="1463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處理內容</a:t>
                      </a:r>
                      <a:endParaRPr sz="1725" b="1">
                        <a:solidFill>
                          <a:srgbClr val="FFFFFF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5DED6"/>
                      </a:solidFill>
                    </a:lnR>
                    <a:lnT w="9525">
                      <a:solidFill>
                        <a:srgbClr val="D5DED6"/>
                      </a:solidFill>
                    </a:lnT>
                    <a:lnB w="9525">
                      <a:solidFill>
                        <a:srgbClr val="D5DED6"/>
                      </a:solidFill>
                    </a:lnB>
                    <a:solidFill>
                      <a:srgbClr val="1463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可驗證結果</a:t>
                      </a:r>
                      <a:endParaRPr sz="1725" b="1">
                        <a:solidFill>
                          <a:srgbClr val="FFFFFF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5DED6"/>
                      </a:solidFill>
                    </a:lnR>
                    <a:lnT w="9525">
                      <a:solidFill>
                        <a:srgbClr val="D5DED6"/>
                      </a:solidFill>
                    </a:lnT>
                    <a:lnB w="9525">
                      <a:solidFill>
                        <a:srgbClr val="D5DED6"/>
                      </a:solidFill>
                    </a:lnB>
                    <a:solidFill>
                      <a:srgbClr val="14634B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理解商品</a:t>
                      </a:r>
                      <a:endParaRPr sz="1725" b="0">
                        <a:solidFill>
                          <a:srgbClr val="17342E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BGE 編碼商品名稱、描述與屬性</a:t>
                      </a:r>
                      <a:endParaRPr sz="1725" b="0">
                        <a:solidFill>
                          <a:srgbClr val="17342E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相似商品候選</a:t>
                      </a:r>
                      <a:endParaRPr sz="1725" b="0">
                        <a:solidFill>
                          <a:srgbClr val="17342E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結合偏好</a:t>
                      </a:r>
                      <a:endParaRPr sz="1725" b="0">
                        <a:solidFill>
                          <a:srgbClr val="17342E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EC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依會員行為、類別與規則排序</a:t>
                      </a:r>
                      <a:endParaRPr sz="1725" b="0">
                        <a:solidFill>
                          <a:srgbClr val="17342E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EC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個人化推薦理由</a:t>
                      </a:r>
                      <a:endParaRPr sz="1725" b="0">
                        <a:solidFill>
                          <a:srgbClr val="17342E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ECF1EC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安全退回</a:t>
                      </a:r>
                      <a:endParaRPr sz="1725" b="0">
                        <a:solidFill>
                          <a:srgbClr val="17342E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先過濾不可售；模型缺席改用規則</a:t>
                      </a:r>
                      <a:endParaRPr sz="1725" b="0">
                        <a:solidFill>
                          <a:srgbClr val="17342E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不冒稱規則為 BGE 輸出</a:t>
                      </a:r>
                      <a:endParaRPr sz="1725" b="0">
                        <a:solidFill>
                          <a:srgbClr val="17342E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2DBD513-E6DF-47E4-B538-9AD5F8CE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578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defRPr>
            </a:defPPr>
            <a:lvl1pPr algn="l">
              <a:buNone/>
              <a:defRPr sz="2025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defRPr>
            </a:lvl1pPr>
            <a:lvl2pPr algn="l">
              <a:buNone/>
              <a:defRPr sz="2025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defRPr>
            </a:lvl2pPr>
            <a:lvl3pPr algn="l">
              <a:buNone/>
              <a:defRPr sz="2025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defRPr>
            </a:lvl3pPr>
            <a:lvl4pPr algn="l">
              <a:buNone/>
              <a:defRPr sz="2025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defRPr>
            </a:lvl4pPr>
            <a:lvl5pPr algn="l">
              <a:buNone/>
              <a:defRPr sz="2025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defRPr>
            </a:lvl5pPr>
            <a:lvl6pPr algn="l">
              <a:buNone/>
              <a:defRPr sz="2025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defRPr>
            </a:lvl6pPr>
            <a:lvl7pPr algn="l">
              <a:buNone/>
              <a:defRPr sz="2025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defRPr>
            </a:lvl7pPr>
            <a:lvl8pPr algn="l">
              <a:buNone/>
              <a:defRPr sz="2025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defRPr>
            </a:lvl8pPr>
            <a:lvl9pPr algn="l">
              <a:buNone/>
              <a:defRPr sz="2025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rPr>
              <a:t>驗證重點</a:t>
            </a:r>
            <a:endParaRPr sz="2025" b="1">
              <a:solidFill>
                <a:srgbClr val="14634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B3DCD55-6787-4B48-8C3F-3429546B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96000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defPPr>
            <a:lvl1pPr algn="l">
              <a:buNone/>
              <a:def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1pPr>
            <a:lvl2pPr algn="l">
              <a:buNone/>
              <a:def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2pPr>
            <a:lvl3pPr algn="l">
              <a:buNone/>
              <a:def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3pPr>
            <a:lvl4pPr algn="l">
              <a:buNone/>
              <a:def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4pPr>
            <a:lvl5pPr algn="l">
              <a:buNone/>
              <a:def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5pPr>
            <a:lvl6pPr algn="l">
              <a:buNone/>
              <a:def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6pPr>
            <a:lvl7pPr algn="l">
              <a:buNone/>
              <a:def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7pPr>
            <a:lvl8pPr algn="l">
              <a:buNone/>
              <a:def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8pPr>
            <a:lvl9pPr algn="l">
              <a:buNone/>
              <a:def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rPr>
              <a:t>分開檢查模型輸出、可售範圍、相關性與退回紀錄</a:t>
            </a:r>
            <a:endParaRPr sz="1800" b="0">
              <a:solidFill>
                <a:srgbClr val="53676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DF1ADFE-F758-4050-B200-5CB55F17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defPPr>
            <a:lvl1pPr algn="l">
              <a:buNone/>
              <a:defRPr sz="12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1pPr>
            <a:lvl2pPr algn="l">
              <a:buNone/>
              <a:defRPr sz="12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2pPr>
            <a:lvl3pPr algn="l">
              <a:buNone/>
              <a:defRPr sz="12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3pPr>
            <a:lvl4pPr algn="l">
              <a:buNone/>
              <a:defRPr sz="12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4pPr>
            <a:lvl5pPr algn="l">
              <a:buNone/>
              <a:defRPr sz="12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5pPr>
            <a:lvl6pPr algn="l">
              <a:buNone/>
              <a:defRPr sz="12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6pPr>
            <a:lvl7pPr algn="l">
              <a:buNone/>
              <a:defRPr sz="12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7pPr>
            <a:lvl8pPr algn="l">
              <a:buNone/>
              <a:defRPr sz="12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8pPr>
            <a:lvl9pPr algn="l">
              <a:buNone/>
              <a:defRPr sz="12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rPr>
              <a:t>VibeCart AI</a:t>
            </a:r>
            <a:endParaRPr sz="1200" b="0">
              <a:solidFill>
                <a:srgbClr val="53676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A6082DC-0815-4260-9769-83195005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defRPr>
            </a:defPPr>
            <a:lvl1pPr algn="l">
              <a:buNone/>
              <a:defRPr sz="1350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defRPr>
            </a:lvl1pPr>
            <a:lvl2pPr algn="l">
              <a:buNone/>
              <a:defRPr sz="1350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defRPr>
            </a:lvl2pPr>
            <a:lvl3pPr algn="l">
              <a:buNone/>
              <a:defRPr sz="1350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defRPr>
            </a:lvl3pPr>
            <a:lvl4pPr algn="l">
              <a:buNone/>
              <a:defRPr sz="1350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defRPr>
            </a:lvl4pPr>
            <a:lvl5pPr algn="l">
              <a:buNone/>
              <a:defRPr sz="1350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defRPr>
            </a:lvl5pPr>
            <a:lvl6pPr algn="l">
              <a:buNone/>
              <a:defRPr sz="1350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defRPr>
            </a:lvl6pPr>
            <a:lvl7pPr algn="l">
              <a:buNone/>
              <a:defRPr sz="1350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defRPr>
            </a:lvl7pPr>
            <a:lvl8pPr algn="l">
              <a:buNone/>
              <a:defRPr sz="1350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defRPr>
            </a:lvl8pPr>
            <a:lvl9pPr algn="l">
              <a:buNone/>
              <a:defRPr sz="1350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rPr>
              <a:t>12</a:t>
            </a:r>
            <a:endParaRPr sz="1350" b="1">
              <a:solidFill>
                <a:srgbClr val="14634B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68742737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D1CEFAD-449A-4B3C-BDA8-6AEE81FC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42E"/>
                </a:solidFill>
                <a:latin typeface="微軟正黑體"/>
                <a:ea typeface="微軟正黑體"/>
                <a:cs typeface="微軟正黑體"/>
              </a:defRPr>
            </a:defPPr>
            <a:lvl1pPr algn="l">
              <a:buNone/>
              <a:defRPr sz="3300" b="1">
                <a:solidFill>
                  <a:srgbClr val="17342E"/>
                </a:solidFill>
                <a:latin typeface="微軟正黑體"/>
                <a:ea typeface="微軟正黑體"/>
                <a:cs typeface="微軟正黑體"/>
              </a:defRPr>
            </a:lvl1pPr>
            <a:lvl2pPr algn="l">
              <a:buNone/>
              <a:defRPr sz="3300" b="1">
                <a:solidFill>
                  <a:srgbClr val="17342E"/>
                </a:solidFill>
                <a:latin typeface="微軟正黑體"/>
                <a:ea typeface="微軟正黑體"/>
                <a:cs typeface="微軟正黑體"/>
              </a:defRPr>
            </a:lvl2pPr>
            <a:lvl3pPr algn="l">
              <a:buNone/>
              <a:defRPr sz="3300" b="1">
                <a:solidFill>
                  <a:srgbClr val="17342E"/>
                </a:solidFill>
                <a:latin typeface="微軟正黑體"/>
                <a:ea typeface="微軟正黑體"/>
                <a:cs typeface="微軟正黑體"/>
              </a:defRPr>
            </a:lvl3pPr>
            <a:lvl4pPr algn="l">
              <a:buNone/>
              <a:defRPr sz="3300" b="1">
                <a:solidFill>
                  <a:srgbClr val="17342E"/>
                </a:solidFill>
                <a:latin typeface="微軟正黑體"/>
                <a:ea typeface="微軟正黑體"/>
                <a:cs typeface="微軟正黑體"/>
              </a:defRPr>
            </a:lvl4pPr>
            <a:lvl5pPr algn="l">
              <a:buNone/>
              <a:defRPr sz="3300" b="1">
                <a:solidFill>
                  <a:srgbClr val="17342E"/>
                </a:solidFill>
                <a:latin typeface="微軟正黑體"/>
                <a:ea typeface="微軟正黑體"/>
                <a:cs typeface="微軟正黑體"/>
              </a:defRPr>
            </a:lvl5pPr>
            <a:lvl6pPr algn="l">
              <a:buNone/>
              <a:defRPr sz="3300" b="1">
                <a:solidFill>
                  <a:srgbClr val="17342E"/>
                </a:solidFill>
                <a:latin typeface="微軟正黑體"/>
                <a:ea typeface="微軟正黑體"/>
                <a:cs typeface="微軟正黑體"/>
              </a:defRPr>
            </a:lvl6pPr>
            <a:lvl7pPr algn="l">
              <a:buNone/>
              <a:defRPr sz="3300" b="1">
                <a:solidFill>
                  <a:srgbClr val="17342E"/>
                </a:solidFill>
                <a:latin typeface="微軟正黑體"/>
                <a:ea typeface="微軟正黑體"/>
                <a:cs typeface="微軟正黑體"/>
              </a:defRPr>
            </a:lvl7pPr>
            <a:lvl8pPr algn="l">
              <a:buNone/>
              <a:defRPr sz="3300" b="1">
                <a:solidFill>
                  <a:srgbClr val="17342E"/>
                </a:solidFill>
                <a:latin typeface="微軟正黑體"/>
                <a:ea typeface="微軟正黑體"/>
                <a:cs typeface="微軟正黑體"/>
              </a:defRPr>
            </a:lvl8pPr>
            <a:lvl9pPr algn="l">
              <a:buNone/>
              <a:defRPr sz="3300" b="1">
                <a:solidFill>
                  <a:srgbClr val="17342E"/>
                </a:solidFill>
                <a:latin typeface="微軟正黑體"/>
                <a:ea typeface="微軟正黑體"/>
                <a:cs typeface="微軟正黑體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42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300" b="1">
                <a:solidFill>
                  <a:srgbClr val="17342E"/>
                </a:solidFill>
                <a:latin typeface="微軟正黑體"/>
                <a:ea typeface="微軟正黑體"/>
                <a:cs typeface="微軟正黑體"/>
              </a:rPr>
              <a:t>雲端 AI｜把營運資料變成洞察</a:t>
            </a:r>
            <a:endParaRPr sz="3300" b="1">
              <a:solidFill>
                <a:srgbClr val="17342E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CCC6AD3-CBC0-488D-B0B9-E0E9159E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defPPr>
            <a:lvl1pPr algn="l">
              <a:buNone/>
              <a:def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1pPr>
            <a:lvl2pPr algn="l">
              <a:buNone/>
              <a:def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2pPr>
            <a:lvl3pPr algn="l">
              <a:buNone/>
              <a:def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3pPr>
            <a:lvl4pPr algn="l">
              <a:buNone/>
              <a:def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4pPr>
            <a:lvl5pPr algn="l">
              <a:buNone/>
              <a:def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5pPr>
            <a:lvl6pPr algn="l">
              <a:buNone/>
              <a:def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6pPr>
            <a:lvl7pPr algn="l">
              <a:buNone/>
              <a:def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7pPr>
            <a:lvl8pPr algn="l">
              <a:buNone/>
              <a:def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8pPr>
            <a:lvl9pPr algn="l">
              <a:buNone/>
              <a:def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rPr>
              <a:t>目的：協助管理者看懂彙總資料，發現熱銷與低庫存</a:t>
            </a:r>
            <a:endParaRPr sz="1800" b="0">
              <a:solidFill>
                <a:srgbClr val="536760"/>
              </a:solidFill>
              <a:latin typeface="微軟正黑體"/>
              <a:ea typeface="微軟正黑體"/>
              <a:cs typeface="微軟正黑體"/>
            </a:endParaRPr>
          </a:p>
        </p:txBody>
      </p:sp>
      <p:graphicFrame>
        <p:nvGraphicFramePr>
          <p:cNvPr id="3" name="表格 2">
            <a:extLst xmlns:a="http://schemas.openxmlformats.org/drawingml/2006/main">
              <a:ext uri="{FF2B5EF4-FFF2-40B4-BE49-F238E27FC236}">
                <a16:creationId xmlns:a16="http://schemas.microsoft.com/office/drawing/2014/main" id="{1501806B-08F2-4F1D-947E-ADE093F53D5C}"/>
              </a:ext>
            </a:extLst>
          </p:cNvPr>
          <p:cNvGraphicFramePr/>
          <p:nvPr/>
        </p:nvGraphicFramePr>
        <p:xfrm>
          <a:off xmlns:a="http://schemas.openxmlformats.org/drawingml/2006/main" x="619125" y="2038350"/>
          <a:ext xmlns:a="http://schemas.openxmlformats.org/drawingml/2006/main" cx="1095375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619625"/>
                <a:gridCol w="4619625"/>
              </a:tblGrid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步驟</a:t>
                      </a:r>
                      <a:endParaRPr sz="1725" b="1">
                        <a:solidFill>
                          <a:srgbClr val="FFFFFF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T w="9525">
                      <a:solidFill>
                        <a:srgbClr val="D5DED6"/>
                      </a:solidFill>
                    </a:lnT>
                    <a:lnB w="9525">
                      <a:solidFill>
                        <a:srgbClr val="D5DED6"/>
                      </a:solidFill>
                    </a:lnB>
                    <a:solidFill>
                      <a:srgbClr val="1463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處理內容</a:t>
                      </a:r>
                      <a:endParaRPr sz="1725" b="1">
                        <a:solidFill>
                          <a:srgbClr val="FFFFFF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5DED6"/>
                      </a:solidFill>
                    </a:lnR>
                    <a:lnT w="9525">
                      <a:solidFill>
                        <a:srgbClr val="D5DED6"/>
                      </a:solidFill>
                    </a:lnT>
                    <a:lnB w="9525">
                      <a:solidFill>
                        <a:srgbClr val="D5DED6"/>
                      </a:solidFill>
                    </a:lnB>
                    <a:solidFill>
                      <a:srgbClr val="1463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管理者得到什麼</a:t>
                      </a:r>
                      <a:endParaRPr sz="1725" b="1">
                        <a:solidFill>
                          <a:srgbClr val="FFFFFF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5DED6"/>
                      </a:solidFill>
                    </a:lnR>
                    <a:lnT w="9525">
                      <a:solidFill>
                        <a:srgbClr val="D5DED6"/>
                      </a:solidFill>
                    </a:lnT>
                    <a:lnB w="9525">
                      <a:solidFill>
                        <a:srgbClr val="D5DED6"/>
                      </a:solidFill>
                    </a:lnB>
                    <a:solidFill>
                      <a:srgbClr val="14634B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限定資料</a:t>
                      </a:r>
                      <a:endParaRPr sz="1725" b="0">
                        <a:solidFill>
                          <a:srgbClr val="17342E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僅使用白名單內的營運彙總</a:t>
                      </a:r>
                      <a:endParaRPr sz="1725" b="0">
                        <a:solidFill>
                          <a:srgbClr val="17342E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資料來源與口徑清楚</a:t>
                      </a:r>
                      <a:endParaRPr sz="1725" b="0">
                        <a:solidFill>
                          <a:srgbClr val="17342E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Claude 解讀</a:t>
                      </a:r>
                      <a:endParaRPr sz="1725" b="0">
                        <a:solidFill>
                          <a:srgbClr val="17342E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EC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將熱銷、低庫存與趨勢寫成摘要</a:t>
                      </a:r>
                      <a:endParaRPr sz="1725" b="0">
                        <a:solidFill>
                          <a:srgbClr val="17342E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EC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可閱讀的營運洞察</a:t>
                      </a:r>
                      <a:endParaRPr sz="1725" b="0">
                        <a:solidFill>
                          <a:srgbClr val="17342E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ECF1EC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失敗退回</a:t>
                      </a:r>
                      <a:endParaRPr sz="1725" b="0">
                        <a:solidFill>
                          <a:srgbClr val="17342E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API 不可用時回到快取或規則</a:t>
                      </a:r>
                      <a:endParaRPr sz="1725" b="0">
                        <a:solidFill>
                          <a:srgbClr val="17342E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不中斷後台閱讀</a:t>
                      </a:r>
                      <a:endParaRPr sz="1725" b="0">
                        <a:solidFill>
                          <a:srgbClr val="17342E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C759D46-80CB-4BA6-AB9F-BE5B0F38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578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defRPr>
            </a:defPPr>
            <a:lvl1pPr algn="l">
              <a:buNone/>
              <a:defRPr sz="2025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defRPr>
            </a:lvl1pPr>
            <a:lvl2pPr algn="l">
              <a:buNone/>
              <a:defRPr sz="2025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defRPr>
            </a:lvl2pPr>
            <a:lvl3pPr algn="l">
              <a:buNone/>
              <a:defRPr sz="2025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defRPr>
            </a:lvl3pPr>
            <a:lvl4pPr algn="l">
              <a:buNone/>
              <a:defRPr sz="2025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defRPr>
            </a:lvl4pPr>
            <a:lvl5pPr algn="l">
              <a:buNone/>
              <a:defRPr sz="2025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defRPr>
            </a:lvl5pPr>
            <a:lvl6pPr algn="l">
              <a:buNone/>
              <a:defRPr sz="2025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defRPr>
            </a:lvl6pPr>
            <a:lvl7pPr algn="l">
              <a:buNone/>
              <a:defRPr sz="2025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defRPr>
            </a:lvl7pPr>
            <a:lvl8pPr algn="l">
              <a:buNone/>
              <a:defRPr sz="2025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defRPr>
            </a:lvl8pPr>
            <a:lvl9pPr algn="l">
              <a:buNone/>
              <a:defRPr sz="2025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rPr>
              <a:t>驗證重點</a:t>
            </a:r>
            <a:endParaRPr sz="2025" b="1">
              <a:solidFill>
                <a:srgbClr val="14634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71C7AFF-8CD4-4A34-A78B-58211CB9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96000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defPPr>
            <a:lvl1pPr algn="l">
              <a:buNone/>
              <a:def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1pPr>
            <a:lvl2pPr algn="l">
              <a:buNone/>
              <a:def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2pPr>
            <a:lvl3pPr algn="l">
              <a:buNone/>
              <a:def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3pPr>
            <a:lvl4pPr algn="l">
              <a:buNone/>
              <a:def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4pPr>
            <a:lvl5pPr algn="l">
              <a:buNone/>
              <a:def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5pPr>
            <a:lvl6pPr algn="l">
              <a:buNone/>
              <a:def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6pPr>
            <a:lvl7pPr algn="l">
              <a:buNone/>
              <a:def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7pPr>
            <a:lvl8pPr algn="l">
              <a:buNone/>
              <a:def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8pPr>
            <a:lvl9pPr algn="l">
              <a:buNone/>
              <a:def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rPr>
              <a:t>核對真實 API 回應、摘要數字、耗時與 token；不代替管理者決策</a:t>
            </a:r>
            <a:endParaRPr sz="1800" b="0">
              <a:solidFill>
                <a:srgbClr val="53676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CB824C5-5611-406E-BBC4-CF21ECD2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defPPr>
            <a:lvl1pPr algn="l">
              <a:buNone/>
              <a:defRPr sz="12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1pPr>
            <a:lvl2pPr algn="l">
              <a:buNone/>
              <a:defRPr sz="12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2pPr>
            <a:lvl3pPr algn="l">
              <a:buNone/>
              <a:defRPr sz="12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3pPr>
            <a:lvl4pPr algn="l">
              <a:buNone/>
              <a:defRPr sz="12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4pPr>
            <a:lvl5pPr algn="l">
              <a:buNone/>
              <a:defRPr sz="12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5pPr>
            <a:lvl6pPr algn="l">
              <a:buNone/>
              <a:defRPr sz="12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6pPr>
            <a:lvl7pPr algn="l">
              <a:buNone/>
              <a:defRPr sz="12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7pPr>
            <a:lvl8pPr algn="l">
              <a:buNone/>
              <a:defRPr sz="12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8pPr>
            <a:lvl9pPr algn="l">
              <a:buNone/>
              <a:defRPr sz="12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36760"/>
                </a:solidFill>
                <a:latin typeface="微軟正黑體"/>
                <a:ea typeface="微軟正黑體"/>
                <a:cs typeface="微軟正黑體"/>
              </a:rPr>
              <a:t>VibeCart AI</a:t>
            </a:r>
            <a:endParaRPr sz="1200" b="0">
              <a:solidFill>
                <a:srgbClr val="53676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881DA29-D63D-4FBE-8FA6-85AEBB0B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defRPr>
            </a:defPPr>
            <a:lvl1pPr algn="l">
              <a:buNone/>
              <a:defRPr sz="1350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defRPr>
            </a:lvl1pPr>
            <a:lvl2pPr algn="l">
              <a:buNone/>
              <a:defRPr sz="1350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defRPr>
            </a:lvl2pPr>
            <a:lvl3pPr algn="l">
              <a:buNone/>
              <a:defRPr sz="1350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defRPr>
            </a:lvl3pPr>
            <a:lvl4pPr algn="l">
              <a:buNone/>
              <a:defRPr sz="1350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defRPr>
            </a:lvl4pPr>
            <a:lvl5pPr algn="l">
              <a:buNone/>
              <a:defRPr sz="1350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defRPr>
            </a:lvl5pPr>
            <a:lvl6pPr algn="l">
              <a:buNone/>
              <a:defRPr sz="1350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defRPr>
            </a:lvl6pPr>
            <a:lvl7pPr algn="l">
              <a:buNone/>
              <a:defRPr sz="1350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defRPr>
            </a:lvl7pPr>
            <a:lvl8pPr algn="l">
              <a:buNone/>
              <a:defRPr sz="1350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defRPr>
            </a:lvl8pPr>
            <a:lvl9pPr algn="l">
              <a:buNone/>
              <a:defRPr sz="1350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14634B"/>
                </a:solidFill>
                <a:latin typeface="微軟正黑體"/>
                <a:ea typeface="微軟正黑體"/>
                <a:cs typeface="微軟正黑體"/>
              </a:rPr>
              <a:t>13</a:t>
            </a:r>
            <a:endParaRPr sz="1350" b="1">
              <a:solidFill>
                <a:srgbClr val="14634B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71175913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圖片 22">
            <a:extLst xmlns:a="http://schemas.openxmlformats.org/drawingml/2006/main">
              <a:ext uri="{FF2B5EF4-FFF2-40B4-BE49-F238E27FC236}">
                <a16:creationId xmlns:a16="http://schemas.microsoft.com/office/drawing/2014/main" id="{5C4F6C3E-BA55-443C-BF8F-AE1AF44681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277c508f9f46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浮水印淡化遮罩">
            <a:extLst xmlns:a="http://schemas.openxmlformats.org/drawingml/2006/main">
              <a:ext uri="{FF2B5EF4-FFF2-40B4-BE49-F238E27FC236}">
                <a16:creationId xmlns:a16="http://schemas.microsoft.com/office/drawing/2014/main" id="{C7669922-D8EA-4698-8CF2-6512CB5D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4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成果、團隊與後續工作">
            <a:extLst xmlns:a="http://schemas.openxmlformats.org/drawingml/2006/main">
              <a:ext uri="{FF2B5EF4-FFF2-40B4-BE49-F238E27FC236}">
                <a16:creationId xmlns:a16="http://schemas.microsoft.com/office/drawing/2014/main" id="{5AFF5231-1B5D-4371-8B54-8B91B3E7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42E"/>
                </a:solidFill>
              </a:defRPr>
            </a:defPPr>
            <a:lvl1pPr algn="l">
              <a:buNone/>
              <a:defRPr sz="3300" b="1">
                <a:solidFill>
                  <a:srgbClr val="17342E"/>
                </a:solidFill>
              </a:defRPr>
            </a:lvl1pPr>
            <a:lvl2pPr algn="l">
              <a:buNone/>
              <a:defRPr sz="3300" b="1">
                <a:solidFill>
                  <a:srgbClr val="17342E"/>
                </a:solidFill>
              </a:defRPr>
            </a:lvl2pPr>
            <a:lvl3pPr algn="l">
              <a:buNone/>
              <a:defRPr sz="3300" b="1">
                <a:solidFill>
                  <a:srgbClr val="17342E"/>
                </a:solidFill>
              </a:defRPr>
            </a:lvl3pPr>
            <a:lvl4pPr algn="l">
              <a:buNone/>
              <a:defRPr sz="3300" b="1">
                <a:solidFill>
                  <a:srgbClr val="17342E"/>
                </a:solidFill>
              </a:defRPr>
            </a:lvl4pPr>
            <a:lvl5pPr algn="l">
              <a:buNone/>
              <a:defRPr sz="3300" b="1">
                <a:solidFill>
                  <a:srgbClr val="17342E"/>
                </a:solidFill>
              </a:defRPr>
            </a:lvl5pPr>
            <a:lvl6pPr algn="l">
              <a:buNone/>
              <a:defRPr sz="3300" b="1">
                <a:solidFill>
                  <a:srgbClr val="17342E"/>
                </a:solidFill>
              </a:defRPr>
            </a:lvl6pPr>
            <a:lvl7pPr algn="l">
              <a:buNone/>
              <a:defRPr sz="3300" b="1">
                <a:solidFill>
                  <a:srgbClr val="17342E"/>
                </a:solidFill>
              </a:defRPr>
            </a:lvl7pPr>
            <a:lvl8pPr algn="l">
              <a:buNone/>
              <a:defRPr sz="3300" b="1">
                <a:solidFill>
                  <a:srgbClr val="17342E"/>
                </a:solidFill>
              </a:defRPr>
            </a:lvl8pPr>
            <a:lvl9pPr algn="l">
              <a:buNone/>
              <a:defRPr sz="3300" b="1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42E"/>
                </a:solidFill>
              </a:defRPr>
            </a:pPr>
            <a:r>
              <a:rPr sz="3300" b="1">
                <a:solidFill>
                  <a:srgbClr val="17342E"/>
                </a:solidFill>
              </a:rPr>
              <a:t>成果、團隊與本階段界線</a:t>
            </a:r>
            <a:endParaRPr sz="3300" b="1">
              <a:solidFill>
                <a:srgbClr val="17342E"/>
              </a:solidFill>
            </a:endParaRPr>
          </a:p>
        </p:txBody>
      </p:sp>
      <p:sp>
        <p:nvSpPr>
          <p:cNvPr id="4" name="已交付的資料、流程與證據，持續補足正式驗收">
            <a:extLst xmlns:a="http://schemas.openxmlformats.org/drawingml/2006/main">
              <a:ext uri="{FF2B5EF4-FFF2-40B4-BE49-F238E27FC236}">
                <a16:creationId xmlns:a16="http://schemas.microsoft.com/office/drawing/2014/main" id="{895BA5C9-BE0E-43A5-BC14-1CC04909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36760"/>
                </a:solidFill>
              </a:defRPr>
            </a:defPPr>
            <a:lvl1pPr algn="l">
              <a:buNone/>
              <a:defRPr sz="1800" b="0">
                <a:solidFill>
                  <a:srgbClr val="536760"/>
                </a:solidFill>
              </a:defRPr>
            </a:lvl1pPr>
            <a:lvl2pPr algn="l">
              <a:buNone/>
              <a:defRPr sz="1800" b="0">
                <a:solidFill>
                  <a:srgbClr val="536760"/>
                </a:solidFill>
              </a:defRPr>
            </a:lvl2pPr>
            <a:lvl3pPr algn="l">
              <a:buNone/>
              <a:defRPr sz="1800" b="0">
                <a:solidFill>
                  <a:srgbClr val="536760"/>
                </a:solidFill>
              </a:defRPr>
            </a:lvl3pPr>
            <a:lvl4pPr algn="l">
              <a:buNone/>
              <a:defRPr sz="1800" b="0">
                <a:solidFill>
                  <a:srgbClr val="536760"/>
                </a:solidFill>
              </a:defRPr>
            </a:lvl4pPr>
            <a:lvl5pPr algn="l">
              <a:buNone/>
              <a:defRPr sz="1800" b="0">
                <a:solidFill>
                  <a:srgbClr val="536760"/>
                </a:solidFill>
              </a:defRPr>
            </a:lvl5pPr>
            <a:lvl6pPr algn="l">
              <a:buNone/>
              <a:defRPr sz="1800" b="0">
                <a:solidFill>
                  <a:srgbClr val="536760"/>
                </a:solidFill>
              </a:defRPr>
            </a:lvl6pPr>
            <a:lvl7pPr algn="l">
              <a:buNone/>
              <a:defRPr sz="1800" b="0">
                <a:solidFill>
                  <a:srgbClr val="536760"/>
                </a:solidFill>
              </a:defRPr>
            </a:lvl7pPr>
            <a:lvl8pPr algn="l">
              <a:buNone/>
              <a:defRPr sz="1800" b="0">
                <a:solidFill>
                  <a:srgbClr val="536760"/>
                </a:solidFill>
              </a:defRPr>
            </a:lvl8pPr>
            <a:lvl9pPr algn="l">
              <a:buNone/>
              <a:defRPr sz="18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36760"/>
                </a:solidFill>
              </a:defRPr>
            </a:pPr>
            <a:r>
              <a:rPr sz="1800" b="0">
                <a:solidFill>
                  <a:srgbClr val="536760"/>
                </a:solidFill>
              </a:rPr>
              <a:t>展示商品、購物與雙 AI 用途；真實金流留待下一階段</a:t>
            </a:r>
            <a:endParaRPr sz="1800" b="0">
              <a:solidFill>
                <a:srgbClr val="536760"/>
              </a:solidFill>
            </a:endParaRPr>
          </a:p>
        </p:txBody>
      </p:sp>
      <p:sp>
        <p:nvSpPr>
          <p:cNvPr id="5" name="目前成果">
            <a:extLst xmlns:a="http://schemas.openxmlformats.org/drawingml/2006/main">
              <a:ext uri="{FF2B5EF4-FFF2-40B4-BE49-F238E27FC236}">
                <a16:creationId xmlns:a16="http://schemas.microsoft.com/office/drawing/2014/main" id="{FA179CCE-1B77-43A3-A628-56DC81EC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383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4634B"/>
                </a:solidFill>
              </a:defRPr>
            </a:defPPr>
            <a:lvl1pPr algn="l">
              <a:buNone/>
              <a:defRPr sz="2400" b="1">
                <a:solidFill>
                  <a:srgbClr val="14634B"/>
                </a:solidFill>
              </a:defRPr>
            </a:lvl1pPr>
            <a:lvl2pPr algn="l">
              <a:buNone/>
              <a:defRPr sz="2400" b="1">
                <a:solidFill>
                  <a:srgbClr val="14634B"/>
                </a:solidFill>
              </a:defRPr>
            </a:lvl2pPr>
            <a:lvl3pPr algn="l">
              <a:buNone/>
              <a:defRPr sz="2400" b="1">
                <a:solidFill>
                  <a:srgbClr val="14634B"/>
                </a:solidFill>
              </a:defRPr>
            </a:lvl3pPr>
            <a:lvl4pPr algn="l">
              <a:buNone/>
              <a:defRPr sz="2400" b="1">
                <a:solidFill>
                  <a:srgbClr val="14634B"/>
                </a:solidFill>
              </a:defRPr>
            </a:lvl4pPr>
            <a:lvl5pPr algn="l">
              <a:buNone/>
              <a:defRPr sz="2400" b="1">
                <a:solidFill>
                  <a:srgbClr val="14634B"/>
                </a:solidFill>
              </a:defRPr>
            </a:lvl5pPr>
            <a:lvl6pPr algn="l">
              <a:buNone/>
              <a:defRPr sz="2400" b="1">
                <a:solidFill>
                  <a:srgbClr val="14634B"/>
                </a:solidFill>
              </a:defRPr>
            </a:lvl6pPr>
            <a:lvl7pPr algn="l">
              <a:buNone/>
              <a:defRPr sz="2400" b="1">
                <a:solidFill>
                  <a:srgbClr val="14634B"/>
                </a:solidFill>
              </a:defRPr>
            </a:lvl7pPr>
            <a:lvl8pPr algn="l">
              <a:buNone/>
              <a:defRPr sz="2400" b="1">
                <a:solidFill>
                  <a:srgbClr val="14634B"/>
                </a:solidFill>
              </a:defRPr>
            </a:lvl8pPr>
            <a:lvl9pPr algn="l">
              <a:buNone/>
              <a:defRPr sz="240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14634B"/>
                </a:solidFill>
              </a:defRPr>
            </a:pPr>
            <a:r>
              <a:rPr sz="2400" b="1">
                <a:solidFill>
                  <a:srgbClr val="14634B"/>
                </a:solidFill>
              </a:rPr>
              <a:t>本階段展示</a:t>
            </a:r>
            <a:endParaRPr sz="2400" b="1">
              <a:solidFill>
                <a:srgbClr val="14634B"/>
              </a:solidFill>
            </a:endParaRPr>
          </a:p>
        </p:txBody>
      </p:sp>
      <p:sp>
        <p:nvSpPr>
          <p:cNvPr id="6" name="商品／SKU 與網站資料對帳&#10;購物服務與本機交易測試">
            <a:extLst xmlns:a="http://schemas.openxmlformats.org/drawingml/2006/main">
              <a:ext uri="{FF2B5EF4-FFF2-40B4-BE49-F238E27FC236}">
                <a16:creationId xmlns:a16="http://schemas.microsoft.com/office/drawing/2014/main" id="{3629C56C-2274-4AA2-A28F-DF8FD41F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38425"/>
            <a:ext cx="5095875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17342E"/>
                </a:solidFill>
              </a:defRPr>
            </a:defPPr>
            <a:lvl1pPr algn="l">
              <a:buNone/>
              <a:defRPr sz="2025" b="0">
                <a:solidFill>
                  <a:srgbClr val="17342E"/>
                </a:solidFill>
              </a:defRPr>
            </a:lvl1pPr>
            <a:lvl2pPr algn="l">
              <a:buNone/>
              <a:defRPr sz="2025" b="0">
                <a:solidFill>
                  <a:srgbClr val="17342E"/>
                </a:solidFill>
              </a:defRPr>
            </a:lvl2pPr>
            <a:lvl3pPr algn="l">
              <a:buNone/>
              <a:defRPr sz="2025" b="0">
                <a:solidFill>
                  <a:srgbClr val="17342E"/>
                </a:solidFill>
              </a:defRPr>
            </a:lvl3pPr>
            <a:lvl4pPr algn="l">
              <a:buNone/>
              <a:defRPr sz="2025" b="0">
                <a:solidFill>
                  <a:srgbClr val="17342E"/>
                </a:solidFill>
              </a:defRPr>
            </a:lvl4pPr>
            <a:lvl5pPr algn="l">
              <a:buNone/>
              <a:defRPr sz="2025" b="0">
                <a:solidFill>
                  <a:srgbClr val="17342E"/>
                </a:solidFill>
              </a:defRPr>
            </a:lvl5pPr>
            <a:lvl6pPr algn="l">
              <a:buNone/>
              <a:defRPr sz="2025" b="0">
                <a:solidFill>
                  <a:srgbClr val="17342E"/>
                </a:solidFill>
              </a:defRPr>
            </a:lvl6pPr>
            <a:lvl7pPr algn="l">
              <a:buNone/>
              <a:defRPr sz="2025" b="0">
                <a:solidFill>
                  <a:srgbClr val="17342E"/>
                </a:solidFill>
              </a:defRPr>
            </a:lvl7pPr>
            <a:lvl8pPr algn="l">
              <a:buNone/>
              <a:defRPr sz="2025" b="0">
                <a:solidFill>
                  <a:srgbClr val="17342E"/>
                </a:solidFill>
              </a:defRPr>
            </a:lvl8pPr>
            <a:lvl9pPr algn="l">
              <a:buNone/>
              <a:defRPr sz="2025" b="0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商品／SKU 與會員購物流程</a:t>
            </a:r>
            <a:endParaRPr sz="2025" b="0">
              <a:solidFill>
                <a:srgbClr val="17342E"/>
              </a:solidFill>
            </a:endParaRPr>
          </a:p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LOCAL AI 找相似商品</a:t>
            </a:r>
            <a:endParaRPr sz="2025" b="0">
              <a:solidFill>
                <a:srgbClr val="17342E"/>
              </a:solidFill>
            </a:endParaRPr>
          </a:p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雲端 AI 解讀營運資料</a:t>
            </a:r>
            <a:endParaRPr sz="2025" b="0">
              <a:solidFill>
                <a:srgbClr val="17342E"/>
              </a:solidFill>
            </a:endParaRPr>
          </a:p>
        </p:txBody>
      </p:sp>
      <p:sp>
        <p:nvSpPr>
          <p:cNvPr id="7" name="下一步">
            <a:extLst xmlns:a="http://schemas.openxmlformats.org/drawingml/2006/main">
              <a:ext uri="{FF2B5EF4-FFF2-40B4-BE49-F238E27FC236}">
                <a16:creationId xmlns:a16="http://schemas.microsoft.com/office/drawing/2014/main" id="{92BA4948-B23D-4EBF-9B6C-ACB179D4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38350"/>
            <a:ext cx="519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4634B"/>
                </a:solidFill>
              </a:defRPr>
            </a:defPPr>
            <a:lvl1pPr algn="l">
              <a:buNone/>
              <a:defRPr sz="2400" b="1">
                <a:solidFill>
                  <a:srgbClr val="14634B"/>
                </a:solidFill>
              </a:defRPr>
            </a:lvl1pPr>
            <a:lvl2pPr algn="l">
              <a:buNone/>
              <a:defRPr sz="2400" b="1">
                <a:solidFill>
                  <a:srgbClr val="14634B"/>
                </a:solidFill>
              </a:defRPr>
            </a:lvl2pPr>
            <a:lvl3pPr algn="l">
              <a:buNone/>
              <a:defRPr sz="2400" b="1">
                <a:solidFill>
                  <a:srgbClr val="14634B"/>
                </a:solidFill>
              </a:defRPr>
            </a:lvl3pPr>
            <a:lvl4pPr algn="l">
              <a:buNone/>
              <a:defRPr sz="2400" b="1">
                <a:solidFill>
                  <a:srgbClr val="14634B"/>
                </a:solidFill>
              </a:defRPr>
            </a:lvl4pPr>
            <a:lvl5pPr algn="l">
              <a:buNone/>
              <a:defRPr sz="2400" b="1">
                <a:solidFill>
                  <a:srgbClr val="14634B"/>
                </a:solidFill>
              </a:defRPr>
            </a:lvl5pPr>
            <a:lvl6pPr algn="l">
              <a:buNone/>
              <a:defRPr sz="2400" b="1">
                <a:solidFill>
                  <a:srgbClr val="14634B"/>
                </a:solidFill>
              </a:defRPr>
            </a:lvl6pPr>
            <a:lvl7pPr algn="l">
              <a:buNone/>
              <a:defRPr sz="2400" b="1">
                <a:solidFill>
                  <a:srgbClr val="14634B"/>
                </a:solidFill>
              </a:defRPr>
            </a:lvl7pPr>
            <a:lvl8pPr algn="l">
              <a:buNone/>
              <a:defRPr sz="2400" b="1">
                <a:solidFill>
                  <a:srgbClr val="14634B"/>
                </a:solidFill>
              </a:defRPr>
            </a:lvl8pPr>
            <a:lvl9pPr algn="l">
              <a:buNone/>
              <a:defRPr sz="240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14634B"/>
                </a:solidFill>
              </a:defRPr>
            </a:pPr>
            <a:r>
              <a:rPr sz="2400" b="1">
                <a:solidFill>
                  <a:srgbClr val="14634B"/>
                </a:solidFill>
              </a:rPr>
              <a:t>唯一未實作：金流</a:t>
            </a:r>
            <a:endParaRPr sz="2400" b="1">
              <a:solidFill>
                <a:srgbClr val="14634B"/>
              </a:solidFill>
            </a:endParaRPr>
          </a:p>
        </p:txBody>
      </p:sp>
      <p:sp>
        <p:nvSpPr>
          <p:cNvPr id="8" name="正式同版會員與交易驗收&#10;真模型、D5 後台寫入與稽核">
            <a:extLst xmlns:a="http://schemas.openxmlformats.org/drawingml/2006/main">
              <a:ext uri="{FF2B5EF4-FFF2-40B4-BE49-F238E27FC236}">
                <a16:creationId xmlns:a16="http://schemas.microsoft.com/office/drawing/2014/main" id="{66B71A6C-052E-4EAD-A76D-7BD0C203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38425"/>
            <a:ext cx="5191125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17342E"/>
                </a:solidFill>
              </a:defRPr>
            </a:defPPr>
            <a:lvl1pPr algn="l">
              <a:buNone/>
              <a:defRPr sz="2025" b="0">
                <a:solidFill>
                  <a:srgbClr val="17342E"/>
                </a:solidFill>
              </a:defRPr>
            </a:lvl1pPr>
            <a:lvl2pPr algn="l">
              <a:buNone/>
              <a:defRPr sz="2025" b="0">
                <a:solidFill>
                  <a:srgbClr val="17342E"/>
                </a:solidFill>
              </a:defRPr>
            </a:lvl2pPr>
            <a:lvl3pPr algn="l">
              <a:buNone/>
              <a:defRPr sz="2025" b="0">
                <a:solidFill>
                  <a:srgbClr val="17342E"/>
                </a:solidFill>
              </a:defRPr>
            </a:lvl3pPr>
            <a:lvl4pPr algn="l">
              <a:buNone/>
              <a:defRPr sz="2025" b="0">
                <a:solidFill>
                  <a:srgbClr val="17342E"/>
                </a:solidFill>
              </a:defRPr>
            </a:lvl4pPr>
            <a:lvl5pPr algn="l">
              <a:buNone/>
              <a:defRPr sz="2025" b="0">
                <a:solidFill>
                  <a:srgbClr val="17342E"/>
                </a:solidFill>
              </a:defRPr>
            </a:lvl5pPr>
            <a:lvl6pPr algn="l">
              <a:buNone/>
              <a:defRPr sz="2025" b="0">
                <a:solidFill>
                  <a:srgbClr val="17342E"/>
                </a:solidFill>
              </a:defRPr>
            </a:lvl6pPr>
            <a:lvl7pPr algn="l">
              <a:buNone/>
              <a:defRPr sz="2025" b="0">
                <a:solidFill>
                  <a:srgbClr val="17342E"/>
                </a:solidFill>
              </a:defRPr>
            </a:lvl7pPr>
            <a:lvl8pPr algn="l">
              <a:buNone/>
              <a:defRPr sz="2025" b="0">
                <a:solidFill>
                  <a:srgbClr val="17342E"/>
                </a:solidFill>
              </a:defRPr>
            </a:lvl8pPr>
            <a:lvl9pPr algn="l">
              <a:buNone/>
              <a:defRPr sz="2025" b="0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示範結帳建立訂單，不實際扣款</a:t>
            </a:r>
            <a:endParaRPr sz="2025" b="0">
              <a:solidFill>
                <a:srgbClr val="17342E"/>
              </a:solidFill>
            </a:endParaRPr>
          </a:p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支付服務與成功回呼尚未串接</a:t>
            </a:r>
            <a:endParaRPr sz="2025" b="0">
              <a:solidFill>
                <a:srgbClr val="17342E"/>
              </a:solidFill>
            </a:endParaRPr>
          </a:p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功能驗收另依專案清單留證</a:t>
            </a:r>
            <a:endParaRPr sz="2025" b="0">
              <a:solidFill>
                <a:srgbClr val="17342E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3D63D3C-202E-47D6-8D86-4858C785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76750"/>
            <a:ext cx="3143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14634B"/>
                </a:solidFill>
              </a:defRPr>
            </a:defPPr>
            <a:lvl1pPr algn="l">
              <a:buNone/>
              <a:defRPr sz="2025" b="0">
                <a:solidFill>
                  <a:srgbClr val="14634B"/>
                </a:solidFill>
              </a:defRPr>
            </a:lvl1pPr>
            <a:lvl2pPr algn="l">
              <a:buNone/>
              <a:defRPr sz="2025" b="0">
                <a:solidFill>
                  <a:srgbClr val="14634B"/>
                </a:solidFill>
              </a:defRPr>
            </a:lvl2pPr>
            <a:lvl3pPr algn="l">
              <a:buNone/>
              <a:defRPr sz="2025" b="0">
                <a:solidFill>
                  <a:srgbClr val="14634B"/>
                </a:solidFill>
              </a:defRPr>
            </a:lvl3pPr>
            <a:lvl4pPr algn="l">
              <a:buNone/>
              <a:defRPr sz="2025" b="0">
                <a:solidFill>
                  <a:srgbClr val="14634B"/>
                </a:solidFill>
              </a:defRPr>
            </a:lvl4pPr>
            <a:lvl5pPr algn="l">
              <a:buNone/>
              <a:defRPr sz="2025" b="0">
                <a:solidFill>
                  <a:srgbClr val="14634B"/>
                </a:solidFill>
              </a:defRPr>
            </a:lvl5pPr>
            <a:lvl6pPr algn="l">
              <a:buNone/>
              <a:defRPr sz="2025" b="0">
                <a:solidFill>
                  <a:srgbClr val="14634B"/>
                </a:solidFill>
              </a:defRPr>
            </a:lvl6pPr>
            <a:lvl7pPr algn="l">
              <a:buNone/>
              <a:defRPr sz="2025" b="0">
                <a:solidFill>
                  <a:srgbClr val="14634B"/>
                </a:solidFill>
              </a:defRPr>
            </a:lvl7pPr>
            <a:lvl8pPr algn="l">
              <a:buNone/>
              <a:defRPr sz="2025" b="0">
                <a:solidFill>
                  <a:srgbClr val="14634B"/>
                </a:solidFill>
              </a:defRPr>
            </a:lvl8pPr>
            <a:lvl9pPr algn="l">
              <a:buNone/>
              <a:defRPr sz="2025" b="0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4634B"/>
                </a:solidFill>
              </a:defRPr>
            </a:pPr>
            <a:r>
              <a:rPr sz="2025">
                <a:solidFill>
                  <a:srgbClr val="14634B"/>
                </a:solidFill>
                <a:latin typeface="微軟正黑體"/>
                <a:ea typeface="微軟正黑體"/>
                <a:cs typeface="微軟正黑體"/>
                <a:hlinkClick xmlns:r="http://schemas.openxmlformats.org/officeDocument/2006/relationships" r:id="Rc34602958a954b77"/>
              </a:rPr>
              <a:t>汪文彥 SAM</a:t>
            </a:r>
            <a:endParaRPr sz="2025">
              <a:solidFill>
                <a:srgbClr val="14634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0" name="106084164">
            <a:extLst xmlns:a="http://schemas.openxmlformats.org/drawingml/2006/main">
              <a:ext uri="{FF2B5EF4-FFF2-40B4-BE49-F238E27FC236}">
                <a16:creationId xmlns:a16="http://schemas.microsoft.com/office/drawing/2014/main" id="{3FD3E642-4D3D-4587-A7D3-2C88F93D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149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536760"/>
                </a:solidFill>
              </a:defRPr>
            </a:defPPr>
            <a:lvl1pPr algn="l">
              <a:buNone/>
              <a:defRPr sz="1575" b="0">
                <a:solidFill>
                  <a:srgbClr val="536760"/>
                </a:solidFill>
              </a:defRPr>
            </a:lvl1pPr>
            <a:lvl2pPr algn="l">
              <a:buNone/>
              <a:defRPr sz="1575" b="0">
                <a:solidFill>
                  <a:srgbClr val="536760"/>
                </a:solidFill>
              </a:defRPr>
            </a:lvl2pPr>
            <a:lvl3pPr algn="l">
              <a:buNone/>
              <a:defRPr sz="1575" b="0">
                <a:solidFill>
                  <a:srgbClr val="536760"/>
                </a:solidFill>
              </a:defRPr>
            </a:lvl3pPr>
            <a:lvl4pPr algn="l">
              <a:buNone/>
              <a:defRPr sz="1575" b="0">
                <a:solidFill>
                  <a:srgbClr val="536760"/>
                </a:solidFill>
              </a:defRPr>
            </a:lvl4pPr>
            <a:lvl5pPr algn="l">
              <a:buNone/>
              <a:defRPr sz="1575" b="0">
                <a:solidFill>
                  <a:srgbClr val="536760"/>
                </a:solidFill>
              </a:defRPr>
            </a:lvl5pPr>
            <a:lvl6pPr algn="l">
              <a:buNone/>
              <a:defRPr sz="1575" b="0">
                <a:solidFill>
                  <a:srgbClr val="536760"/>
                </a:solidFill>
              </a:defRPr>
            </a:lvl6pPr>
            <a:lvl7pPr algn="l">
              <a:buNone/>
              <a:defRPr sz="1575" b="0">
                <a:solidFill>
                  <a:srgbClr val="536760"/>
                </a:solidFill>
              </a:defRPr>
            </a:lvl7pPr>
            <a:lvl8pPr algn="l">
              <a:buNone/>
              <a:defRPr sz="1575" b="0">
                <a:solidFill>
                  <a:srgbClr val="536760"/>
                </a:solidFill>
              </a:defRPr>
            </a:lvl8pPr>
            <a:lvl9pPr algn="l">
              <a:buNone/>
              <a:defRPr sz="1575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536760"/>
                </a:solidFill>
              </a:defRPr>
            </a:pPr>
            <a:r>
              <a:rPr sz="1575" b="0">
                <a:solidFill>
                  <a:srgbClr val="536760"/>
                </a:solidFill>
              </a:rPr>
              <a:t>106084164</a:t>
            </a:r>
            <a:endParaRPr sz="1575" b="0">
              <a:solidFill>
                <a:srgbClr val="536760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7179D9B-670E-4A16-A148-9088CA16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14634B"/>
                </a:solidFill>
              </a:defRPr>
            </a:defPPr>
            <a:lvl1pPr algn="l">
              <a:buNone/>
              <a:defRPr sz="1500" b="0">
                <a:solidFill>
                  <a:srgbClr val="14634B"/>
                </a:solidFill>
              </a:defRPr>
            </a:lvl1pPr>
            <a:lvl2pPr algn="l">
              <a:buNone/>
              <a:defRPr sz="1500" b="0">
                <a:solidFill>
                  <a:srgbClr val="14634B"/>
                </a:solidFill>
              </a:defRPr>
            </a:lvl2pPr>
            <a:lvl3pPr algn="l">
              <a:buNone/>
              <a:defRPr sz="1500" b="0">
                <a:solidFill>
                  <a:srgbClr val="14634B"/>
                </a:solidFill>
              </a:defRPr>
            </a:lvl3pPr>
            <a:lvl4pPr algn="l">
              <a:buNone/>
              <a:defRPr sz="1500" b="0">
                <a:solidFill>
                  <a:srgbClr val="14634B"/>
                </a:solidFill>
              </a:defRPr>
            </a:lvl4pPr>
            <a:lvl5pPr algn="l">
              <a:buNone/>
              <a:defRPr sz="1500" b="0">
                <a:solidFill>
                  <a:srgbClr val="14634B"/>
                </a:solidFill>
              </a:defRPr>
            </a:lvl5pPr>
            <a:lvl6pPr algn="l">
              <a:buNone/>
              <a:defRPr sz="1500" b="0">
                <a:solidFill>
                  <a:srgbClr val="14634B"/>
                </a:solidFill>
              </a:defRPr>
            </a:lvl6pPr>
            <a:lvl7pPr algn="l">
              <a:buNone/>
              <a:defRPr sz="1500" b="0">
                <a:solidFill>
                  <a:srgbClr val="14634B"/>
                </a:solidFill>
              </a:defRPr>
            </a:lvl7pPr>
            <a:lvl8pPr algn="l">
              <a:buNone/>
              <a:defRPr sz="1500" b="0">
                <a:solidFill>
                  <a:srgbClr val="14634B"/>
                </a:solidFill>
              </a:defRPr>
            </a:lvl8pPr>
            <a:lvl9pPr algn="l">
              <a:buNone/>
              <a:defRPr sz="1500" b="0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4634B"/>
                </a:solidFill>
              </a:defRPr>
            </a:pPr>
            <a:r>
              <a:rPr sz="1500">
                <a:solidFill>
                  <a:srgbClr val="14634B"/>
                </a:solidFill>
                <a:latin typeface="微軟正黑體"/>
                <a:ea typeface="微軟正黑體"/>
                <a:cs typeface="微軟正黑體"/>
                <a:hlinkClick xmlns:r="http://schemas.openxmlformats.org/officeDocument/2006/relationships" r:id="R689bb3c7641d4383"/>
              </a:rPr>
              <a:t>cashsam@gmail.com</a:t>
            </a:r>
            <a:endParaRPr sz="1500">
              <a:solidFill>
                <a:srgbClr val="14634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2" name="資料庫、測試、整合與交付">
            <a:extLst xmlns:a="http://schemas.openxmlformats.org/drawingml/2006/main">
              <a:ext uri="{FF2B5EF4-FFF2-40B4-BE49-F238E27FC236}">
                <a16:creationId xmlns:a16="http://schemas.microsoft.com/office/drawing/2014/main" id="{1F202324-0F15-4EFA-A32C-2BCF1190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007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17342E"/>
                </a:solidFill>
              </a:defRPr>
            </a:defPPr>
            <a:lvl1pPr algn="l">
              <a:buNone/>
              <a:defRPr sz="1500" b="0">
                <a:solidFill>
                  <a:srgbClr val="17342E"/>
                </a:solidFill>
              </a:defRPr>
            </a:lvl1pPr>
            <a:lvl2pPr algn="l">
              <a:buNone/>
              <a:defRPr sz="1500" b="0">
                <a:solidFill>
                  <a:srgbClr val="17342E"/>
                </a:solidFill>
              </a:defRPr>
            </a:lvl2pPr>
            <a:lvl3pPr algn="l">
              <a:buNone/>
              <a:defRPr sz="1500" b="0">
                <a:solidFill>
                  <a:srgbClr val="17342E"/>
                </a:solidFill>
              </a:defRPr>
            </a:lvl3pPr>
            <a:lvl4pPr algn="l">
              <a:buNone/>
              <a:defRPr sz="1500" b="0">
                <a:solidFill>
                  <a:srgbClr val="17342E"/>
                </a:solidFill>
              </a:defRPr>
            </a:lvl4pPr>
            <a:lvl5pPr algn="l">
              <a:buNone/>
              <a:defRPr sz="1500" b="0">
                <a:solidFill>
                  <a:srgbClr val="17342E"/>
                </a:solidFill>
              </a:defRPr>
            </a:lvl5pPr>
            <a:lvl6pPr algn="l">
              <a:buNone/>
              <a:defRPr sz="1500" b="0">
                <a:solidFill>
                  <a:srgbClr val="17342E"/>
                </a:solidFill>
              </a:defRPr>
            </a:lvl6pPr>
            <a:lvl7pPr algn="l">
              <a:buNone/>
              <a:defRPr sz="1500" b="0">
                <a:solidFill>
                  <a:srgbClr val="17342E"/>
                </a:solidFill>
              </a:defRPr>
            </a:lvl7pPr>
            <a:lvl8pPr algn="l">
              <a:buNone/>
              <a:defRPr sz="1500" b="0">
                <a:solidFill>
                  <a:srgbClr val="17342E"/>
                </a:solidFill>
              </a:defRPr>
            </a:lvl8pPr>
            <a:lvl9pPr algn="l">
              <a:buNone/>
              <a:defRPr sz="1500" b="0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342E"/>
                </a:solidFill>
              </a:defRPr>
            </a:pPr>
            <a:r>
              <a:rPr sz="1500" b="0">
                <a:solidFill>
                  <a:srgbClr val="17342E"/>
                </a:solidFill>
              </a:rPr>
              <a:t>資料庫、測試、整合與交付</a:t>
            </a:r>
            <a:endParaRPr sz="1500" b="0">
              <a:solidFill>
                <a:srgbClr val="17342E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03DB7DB-AEBB-4F0D-9AFE-23C19DF1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476750"/>
            <a:ext cx="3143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14634B"/>
                </a:solidFill>
              </a:defRPr>
            </a:defPPr>
            <a:lvl1pPr algn="l">
              <a:buNone/>
              <a:defRPr sz="2025" b="0">
                <a:solidFill>
                  <a:srgbClr val="14634B"/>
                </a:solidFill>
              </a:defRPr>
            </a:lvl1pPr>
            <a:lvl2pPr algn="l">
              <a:buNone/>
              <a:defRPr sz="2025" b="0">
                <a:solidFill>
                  <a:srgbClr val="14634B"/>
                </a:solidFill>
              </a:defRPr>
            </a:lvl2pPr>
            <a:lvl3pPr algn="l">
              <a:buNone/>
              <a:defRPr sz="2025" b="0">
                <a:solidFill>
                  <a:srgbClr val="14634B"/>
                </a:solidFill>
              </a:defRPr>
            </a:lvl3pPr>
            <a:lvl4pPr algn="l">
              <a:buNone/>
              <a:defRPr sz="2025" b="0">
                <a:solidFill>
                  <a:srgbClr val="14634B"/>
                </a:solidFill>
              </a:defRPr>
            </a:lvl4pPr>
            <a:lvl5pPr algn="l">
              <a:buNone/>
              <a:defRPr sz="2025" b="0">
                <a:solidFill>
                  <a:srgbClr val="14634B"/>
                </a:solidFill>
              </a:defRPr>
            </a:lvl5pPr>
            <a:lvl6pPr algn="l">
              <a:buNone/>
              <a:defRPr sz="2025" b="0">
                <a:solidFill>
                  <a:srgbClr val="14634B"/>
                </a:solidFill>
              </a:defRPr>
            </a:lvl6pPr>
            <a:lvl7pPr algn="l">
              <a:buNone/>
              <a:defRPr sz="2025" b="0">
                <a:solidFill>
                  <a:srgbClr val="14634B"/>
                </a:solidFill>
              </a:defRPr>
            </a:lvl7pPr>
            <a:lvl8pPr algn="l">
              <a:buNone/>
              <a:defRPr sz="2025" b="0">
                <a:solidFill>
                  <a:srgbClr val="14634B"/>
                </a:solidFill>
              </a:defRPr>
            </a:lvl8pPr>
            <a:lvl9pPr algn="l">
              <a:buNone/>
              <a:defRPr sz="2025" b="0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4634B"/>
                </a:solidFill>
              </a:defRPr>
            </a:pPr>
            <a:r>
              <a:rPr sz="2025">
                <a:solidFill>
                  <a:srgbClr val="14634B"/>
                </a:solidFill>
                <a:latin typeface="微軟正黑體"/>
                <a:ea typeface="微軟正黑體"/>
                <a:cs typeface="微軟正黑體"/>
                <a:hlinkClick xmlns:r="http://schemas.openxmlformats.org/officeDocument/2006/relationships" r:id="R21e29ea4c57845e9"/>
              </a:rPr>
              <a:t>陳仁千 REN</a:t>
            </a:r>
            <a:endParaRPr sz="2025">
              <a:solidFill>
                <a:srgbClr val="14634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4" name="105910496">
            <a:extLst xmlns:a="http://schemas.openxmlformats.org/drawingml/2006/main">
              <a:ext uri="{FF2B5EF4-FFF2-40B4-BE49-F238E27FC236}">
                <a16:creationId xmlns:a16="http://schemas.microsoft.com/office/drawing/2014/main" id="{40F44BDC-7614-4CB8-9590-E56CE4C3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9149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536760"/>
                </a:solidFill>
              </a:defRPr>
            </a:defPPr>
            <a:lvl1pPr algn="l">
              <a:buNone/>
              <a:defRPr sz="1575" b="0">
                <a:solidFill>
                  <a:srgbClr val="536760"/>
                </a:solidFill>
              </a:defRPr>
            </a:lvl1pPr>
            <a:lvl2pPr algn="l">
              <a:buNone/>
              <a:defRPr sz="1575" b="0">
                <a:solidFill>
                  <a:srgbClr val="536760"/>
                </a:solidFill>
              </a:defRPr>
            </a:lvl2pPr>
            <a:lvl3pPr algn="l">
              <a:buNone/>
              <a:defRPr sz="1575" b="0">
                <a:solidFill>
                  <a:srgbClr val="536760"/>
                </a:solidFill>
              </a:defRPr>
            </a:lvl3pPr>
            <a:lvl4pPr algn="l">
              <a:buNone/>
              <a:defRPr sz="1575" b="0">
                <a:solidFill>
                  <a:srgbClr val="536760"/>
                </a:solidFill>
              </a:defRPr>
            </a:lvl4pPr>
            <a:lvl5pPr algn="l">
              <a:buNone/>
              <a:defRPr sz="1575" b="0">
                <a:solidFill>
                  <a:srgbClr val="536760"/>
                </a:solidFill>
              </a:defRPr>
            </a:lvl5pPr>
            <a:lvl6pPr algn="l">
              <a:buNone/>
              <a:defRPr sz="1575" b="0">
                <a:solidFill>
                  <a:srgbClr val="536760"/>
                </a:solidFill>
              </a:defRPr>
            </a:lvl6pPr>
            <a:lvl7pPr algn="l">
              <a:buNone/>
              <a:defRPr sz="1575" b="0">
                <a:solidFill>
                  <a:srgbClr val="536760"/>
                </a:solidFill>
              </a:defRPr>
            </a:lvl7pPr>
            <a:lvl8pPr algn="l">
              <a:buNone/>
              <a:defRPr sz="1575" b="0">
                <a:solidFill>
                  <a:srgbClr val="536760"/>
                </a:solidFill>
              </a:defRPr>
            </a:lvl8pPr>
            <a:lvl9pPr algn="l">
              <a:buNone/>
              <a:defRPr sz="1575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536760"/>
                </a:solidFill>
              </a:defRPr>
            </a:pPr>
            <a:r>
              <a:rPr sz="1575" b="0">
                <a:solidFill>
                  <a:srgbClr val="536760"/>
                </a:solidFill>
              </a:rPr>
              <a:t>105910496</a:t>
            </a:r>
            <a:endParaRPr sz="1575" b="0">
              <a:solidFill>
                <a:srgbClr val="536760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F639FAA-E8A4-4427-9BE9-331B3A1C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387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14634B"/>
                </a:solidFill>
              </a:defRPr>
            </a:defPPr>
            <a:lvl1pPr algn="l">
              <a:buNone/>
              <a:defRPr sz="1500" b="0">
                <a:solidFill>
                  <a:srgbClr val="14634B"/>
                </a:solidFill>
              </a:defRPr>
            </a:lvl1pPr>
            <a:lvl2pPr algn="l">
              <a:buNone/>
              <a:defRPr sz="1500" b="0">
                <a:solidFill>
                  <a:srgbClr val="14634B"/>
                </a:solidFill>
              </a:defRPr>
            </a:lvl2pPr>
            <a:lvl3pPr algn="l">
              <a:buNone/>
              <a:defRPr sz="1500" b="0">
                <a:solidFill>
                  <a:srgbClr val="14634B"/>
                </a:solidFill>
              </a:defRPr>
            </a:lvl3pPr>
            <a:lvl4pPr algn="l">
              <a:buNone/>
              <a:defRPr sz="1500" b="0">
                <a:solidFill>
                  <a:srgbClr val="14634B"/>
                </a:solidFill>
              </a:defRPr>
            </a:lvl4pPr>
            <a:lvl5pPr algn="l">
              <a:buNone/>
              <a:defRPr sz="1500" b="0">
                <a:solidFill>
                  <a:srgbClr val="14634B"/>
                </a:solidFill>
              </a:defRPr>
            </a:lvl5pPr>
            <a:lvl6pPr algn="l">
              <a:buNone/>
              <a:defRPr sz="1500" b="0">
                <a:solidFill>
                  <a:srgbClr val="14634B"/>
                </a:solidFill>
              </a:defRPr>
            </a:lvl6pPr>
            <a:lvl7pPr algn="l">
              <a:buNone/>
              <a:defRPr sz="1500" b="0">
                <a:solidFill>
                  <a:srgbClr val="14634B"/>
                </a:solidFill>
              </a:defRPr>
            </a:lvl7pPr>
            <a:lvl8pPr algn="l">
              <a:buNone/>
              <a:defRPr sz="1500" b="0">
                <a:solidFill>
                  <a:srgbClr val="14634B"/>
                </a:solidFill>
              </a:defRPr>
            </a:lvl8pPr>
            <a:lvl9pPr algn="l">
              <a:buNone/>
              <a:defRPr sz="1500" b="0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4634B"/>
                </a:solidFill>
              </a:defRPr>
            </a:pPr>
            <a:r>
              <a:rPr sz="1500">
                <a:solidFill>
                  <a:srgbClr val="14634B"/>
                </a:solidFill>
                <a:latin typeface="微軟正黑體"/>
                <a:ea typeface="微軟正黑體"/>
                <a:cs typeface="微軟正黑體"/>
                <a:hlinkClick xmlns:r="http://schemas.openxmlformats.org/officeDocument/2006/relationships" r:id="R9ca7858b404841ea"/>
              </a:rPr>
              <a:t>chen2000401@gmail.com</a:t>
            </a:r>
            <a:endParaRPr sz="1500">
              <a:solidFill>
                <a:srgbClr val="14634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6" name="會員、購物車與訂單">
            <a:extLst xmlns:a="http://schemas.openxmlformats.org/drawingml/2006/main">
              <a:ext uri="{FF2B5EF4-FFF2-40B4-BE49-F238E27FC236}">
                <a16:creationId xmlns:a16="http://schemas.microsoft.com/office/drawing/2014/main" id="{EF6E90C5-B0A1-4819-8A44-DAEA2086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6007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17342E"/>
                </a:solidFill>
              </a:defRPr>
            </a:defPPr>
            <a:lvl1pPr algn="l">
              <a:buNone/>
              <a:defRPr sz="1500" b="0">
                <a:solidFill>
                  <a:srgbClr val="17342E"/>
                </a:solidFill>
              </a:defRPr>
            </a:lvl1pPr>
            <a:lvl2pPr algn="l">
              <a:buNone/>
              <a:defRPr sz="1500" b="0">
                <a:solidFill>
                  <a:srgbClr val="17342E"/>
                </a:solidFill>
              </a:defRPr>
            </a:lvl2pPr>
            <a:lvl3pPr algn="l">
              <a:buNone/>
              <a:defRPr sz="1500" b="0">
                <a:solidFill>
                  <a:srgbClr val="17342E"/>
                </a:solidFill>
              </a:defRPr>
            </a:lvl3pPr>
            <a:lvl4pPr algn="l">
              <a:buNone/>
              <a:defRPr sz="1500" b="0">
                <a:solidFill>
                  <a:srgbClr val="17342E"/>
                </a:solidFill>
              </a:defRPr>
            </a:lvl4pPr>
            <a:lvl5pPr algn="l">
              <a:buNone/>
              <a:defRPr sz="1500" b="0">
                <a:solidFill>
                  <a:srgbClr val="17342E"/>
                </a:solidFill>
              </a:defRPr>
            </a:lvl5pPr>
            <a:lvl6pPr algn="l">
              <a:buNone/>
              <a:defRPr sz="1500" b="0">
                <a:solidFill>
                  <a:srgbClr val="17342E"/>
                </a:solidFill>
              </a:defRPr>
            </a:lvl6pPr>
            <a:lvl7pPr algn="l">
              <a:buNone/>
              <a:defRPr sz="1500" b="0">
                <a:solidFill>
                  <a:srgbClr val="17342E"/>
                </a:solidFill>
              </a:defRPr>
            </a:lvl7pPr>
            <a:lvl8pPr algn="l">
              <a:buNone/>
              <a:defRPr sz="1500" b="0">
                <a:solidFill>
                  <a:srgbClr val="17342E"/>
                </a:solidFill>
              </a:defRPr>
            </a:lvl8pPr>
            <a:lvl9pPr algn="l">
              <a:buNone/>
              <a:defRPr sz="1500" b="0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342E"/>
                </a:solidFill>
              </a:defRPr>
            </a:pPr>
            <a:r>
              <a:rPr sz="1500" b="0">
                <a:solidFill>
                  <a:srgbClr val="17342E"/>
                </a:solidFill>
              </a:rPr>
              <a:t>會員、購物車與訂單</a:t>
            </a:r>
            <a:endParaRPr sz="1500" b="0">
              <a:solidFill>
                <a:srgbClr val="17342E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89F5960-974E-471F-B922-42BD2B6B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476750"/>
            <a:ext cx="323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14634B"/>
                </a:solidFill>
              </a:defRPr>
            </a:defPPr>
            <a:lvl1pPr algn="l">
              <a:buNone/>
              <a:defRPr sz="2025" b="0">
                <a:solidFill>
                  <a:srgbClr val="14634B"/>
                </a:solidFill>
              </a:defRPr>
            </a:lvl1pPr>
            <a:lvl2pPr algn="l">
              <a:buNone/>
              <a:defRPr sz="2025" b="0">
                <a:solidFill>
                  <a:srgbClr val="14634B"/>
                </a:solidFill>
              </a:defRPr>
            </a:lvl2pPr>
            <a:lvl3pPr algn="l">
              <a:buNone/>
              <a:defRPr sz="2025" b="0">
                <a:solidFill>
                  <a:srgbClr val="14634B"/>
                </a:solidFill>
              </a:defRPr>
            </a:lvl3pPr>
            <a:lvl4pPr algn="l">
              <a:buNone/>
              <a:defRPr sz="2025" b="0">
                <a:solidFill>
                  <a:srgbClr val="14634B"/>
                </a:solidFill>
              </a:defRPr>
            </a:lvl4pPr>
            <a:lvl5pPr algn="l">
              <a:buNone/>
              <a:defRPr sz="2025" b="0">
                <a:solidFill>
                  <a:srgbClr val="14634B"/>
                </a:solidFill>
              </a:defRPr>
            </a:lvl5pPr>
            <a:lvl6pPr algn="l">
              <a:buNone/>
              <a:defRPr sz="2025" b="0">
                <a:solidFill>
                  <a:srgbClr val="14634B"/>
                </a:solidFill>
              </a:defRPr>
            </a:lvl6pPr>
            <a:lvl7pPr algn="l">
              <a:buNone/>
              <a:defRPr sz="2025" b="0">
                <a:solidFill>
                  <a:srgbClr val="14634B"/>
                </a:solidFill>
              </a:defRPr>
            </a:lvl7pPr>
            <a:lvl8pPr algn="l">
              <a:buNone/>
              <a:defRPr sz="2025" b="0">
                <a:solidFill>
                  <a:srgbClr val="14634B"/>
                </a:solidFill>
              </a:defRPr>
            </a:lvl8pPr>
            <a:lvl9pPr algn="l">
              <a:buNone/>
              <a:defRPr sz="2025" b="0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4634B"/>
                </a:solidFill>
              </a:defRPr>
            </a:pPr>
            <a:r>
              <a:rPr sz="2025">
                <a:solidFill>
                  <a:srgbClr val="14634B"/>
                </a:solidFill>
                <a:latin typeface="微軟正黑體"/>
                <a:ea typeface="微軟正黑體"/>
                <a:cs typeface="微軟正黑體"/>
                <a:hlinkClick xmlns:r="http://schemas.openxmlformats.org/officeDocument/2006/relationships" r:id="Rd85a0f1fd05745a9"/>
              </a:rPr>
              <a:t>黃健維 JEFF</a:t>
            </a:r>
            <a:endParaRPr sz="2025">
              <a:solidFill>
                <a:srgbClr val="14634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8" name="106104063">
            <a:extLst xmlns:a="http://schemas.openxmlformats.org/drawingml/2006/main">
              <a:ext uri="{FF2B5EF4-FFF2-40B4-BE49-F238E27FC236}">
                <a16:creationId xmlns:a16="http://schemas.microsoft.com/office/drawing/2014/main" id="{B298D300-1C15-454E-A2B5-40C12C78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9149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536760"/>
                </a:solidFill>
              </a:defRPr>
            </a:defPPr>
            <a:lvl1pPr algn="l">
              <a:buNone/>
              <a:defRPr sz="1575" b="0">
                <a:solidFill>
                  <a:srgbClr val="536760"/>
                </a:solidFill>
              </a:defRPr>
            </a:lvl1pPr>
            <a:lvl2pPr algn="l">
              <a:buNone/>
              <a:defRPr sz="1575" b="0">
                <a:solidFill>
                  <a:srgbClr val="536760"/>
                </a:solidFill>
              </a:defRPr>
            </a:lvl2pPr>
            <a:lvl3pPr algn="l">
              <a:buNone/>
              <a:defRPr sz="1575" b="0">
                <a:solidFill>
                  <a:srgbClr val="536760"/>
                </a:solidFill>
              </a:defRPr>
            </a:lvl3pPr>
            <a:lvl4pPr algn="l">
              <a:buNone/>
              <a:defRPr sz="1575" b="0">
                <a:solidFill>
                  <a:srgbClr val="536760"/>
                </a:solidFill>
              </a:defRPr>
            </a:lvl4pPr>
            <a:lvl5pPr algn="l">
              <a:buNone/>
              <a:defRPr sz="1575" b="0">
                <a:solidFill>
                  <a:srgbClr val="536760"/>
                </a:solidFill>
              </a:defRPr>
            </a:lvl5pPr>
            <a:lvl6pPr algn="l">
              <a:buNone/>
              <a:defRPr sz="1575" b="0">
                <a:solidFill>
                  <a:srgbClr val="536760"/>
                </a:solidFill>
              </a:defRPr>
            </a:lvl6pPr>
            <a:lvl7pPr algn="l">
              <a:buNone/>
              <a:defRPr sz="1575" b="0">
                <a:solidFill>
                  <a:srgbClr val="536760"/>
                </a:solidFill>
              </a:defRPr>
            </a:lvl7pPr>
            <a:lvl8pPr algn="l">
              <a:buNone/>
              <a:defRPr sz="1575" b="0">
                <a:solidFill>
                  <a:srgbClr val="536760"/>
                </a:solidFill>
              </a:defRPr>
            </a:lvl8pPr>
            <a:lvl9pPr algn="l">
              <a:buNone/>
              <a:defRPr sz="1575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536760"/>
                </a:solidFill>
              </a:defRPr>
            </a:pPr>
            <a:r>
              <a:rPr sz="1575" b="0">
                <a:solidFill>
                  <a:srgbClr val="536760"/>
                </a:solidFill>
              </a:rPr>
              <a:t>106104063</a:t>
            </a:r>
            <a:endParaRPr sz="1575" b="0">
              <a:solidFill>
                <a:srgbClr val="536760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39DB4F0-AFB5-4298-B3DF-D1F30680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2387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14634B"/>
                </a:solidFill>
              </a:defRPr>
            </a:defPPr>
            <a:lvl1pPr algn="l">
              <a:buNone/>
              <a:defRPr sz="1500" b="0">
                <a:solidFill>
                  <a:srgbClr val="14634B"/>
                </a:solidFill>
              </a:defRPr>
            </a:lvl1pPr>
            <a:lvl2pPr algn="l">
              <a:buNone/>
              <a:defRPr sz="1500" b="0">
                <a:solidFill>
                  <a:srgbClr val="14634B"/>
                </a:solidFill>
              </a:defRPr>
            </a:lvl2pPr>
            <a:lvl3pPr algn="l">
              <a:buNone/>
              <a:defRPr sz="1500" b="0">
                <a:solidFill>
                  <a:srgbClr val="14634B"/>
                </a:solidFill>
              </a:defRPr>
            </a:lvl3pPr>
            <a:lvl4pPr algn="l">
              <a:buNone/>
              <a:defRPr sz="1500" b="0">
                <a:solidFill>
                  <a:srgbClr val="14634B"/>
                </a:solidFill>
              </a:defRPr>
            </a:lvl4pPr>
            <a:lvl5pPr algn="l">
              <a:buNone/>
              <a:defRPr sz="1500" b="0">
                <a:solidFill>
                  <a:srgbClr val="14634B"/>
                </a:solidFill>
              </a:defRPr>
            </a:lvl5pPr>
            <a:lvl6pPr algn="l">
              <a:buNone/>
              <a:defRPr sz="1500" b="0">
                <a:solidFill>
                  <a:srgbClr val="14634B"/>
                </a:solidFill>
              </a:defRPr>
            </a:lvl6pPr>
            <a:lvl7pPr algn="l">
              <a:buNone/>
              <a:defRPr sz="1500" b="0">
                <a:solidFill>
                  <a:srgbClr val="14634B"/>
                </a:solidFill>
              </a:defRPr>
            </a:lvl7pPr>
            <a:lvl8pPr algn="l">
              <a:buNone/>
              <a:defRPr sz="1500" b="0">
                <a:solidFill>
                  <a:srgbClr val="14634B"/>
                </a:solidFill>
              </a:defRPr>
            </a:lvl8pPr>
            <a:lvl9pPr algn="l">
              <a:buNone/>
              <a:defRPr sz="1500" b="0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4634B"/>
                </a:solidFill>
              </a:defRPr>
            </a:pPr>
            <a:r>
              <a:rPr sz="1500">
                <a:solidFill>
                  <a:srgbClr val="14634B"/>
                </a:solidFill>
                <a:latin typeface="微軟正黑體"/>
                <a:ea typeface="微軟正黑體"/>
                <a:cs typeface="微軟正黑體"/>
                <a:hlinkClick xmlns:r="http://schemas.openxmlformats.org/officeDocument/2006/relationships" r:id="Rf37ad4bc2d07434d"/>
              </a:rPr>
              <a:t>jeff841117@gmail.com</a:t>
            </a:r>
            <a:endParaRPr sz="1500">
              <a:solidFill>
                <a:srgbClr val="14634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0" name="AI 推薦、營運分析與後台">
            <a:extLst xmlns:a="http://schemas.openxmlformats.org/drawingml/2006/main">
              <a:ext uri="{FF2B5EF4-FFF2-40B4-BE49-F238E27FC236}">
                <a16:creationId xmlns:a16="http://schemas.microsoft.com/office/drawing/2014/main" id="{6954C918-3F44-4761-B1BD-8A531C94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6007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17342E"/>
                </a:solidFill>
              </a:defRPr>
            </a:defPPr>
            <a:lvl1pPr algn="l">
              <a:buNone/>
              <a:defRPr sz="1500" b="0">
                <a:solidFill>
                  <a:srgbClr val="17342E"/>
                </a:solidFill>
              </a:defRPr>
            </a:lvl1pPr>
            <a:lvl2pPr algn="l">
              <a:buNone/>
              <a:defRPr sz="1500" b="0">
                <a:solidFill>
                  <a:srgbClr val="17342E"/>
                </a:solidFill>
              </a:defRPr>
            </a:lvl2pPr>
            <a:lvl3pPr algn="l">
              <a:buNone/>
              <a:defRPr sz="1500" b="0">
                <a:solidFill>
                  <a:srgbClr val="17342E"/>
                </a:solidFill>
              </a:defRPr>
            </a:lvl3pPr>
            <a:lvl4pPr algn="l">
              <a:buNone/>
              <a:defRPr sz="1500" b="0">
                <a:solidFill>
                  <a:srgbClr val="17342E"/>
                </a:solidFill>
              </a:defRPr>
            </a:lvl4pPr>
            <a:lvl5pPr algn="l">
              <a:buNone/>
              <a:defRPr sz="1500" b="0">
                <a:solidFill>
                  <a:srgbClr val="17342E"/>
                </a:solidFill>
              </a:defRPr>
            </a:lvl5pPr>
            <a:lvl6pPr algn="l">
              <a:buNone/>
              <a:defRPr sz="1500" b="0">
                <a:solidFill>
                  <a:srgbClr val="17342E"/>
                </a:solidFill>
              </a:defRPr>
            </a:lvl6pPr>
            <a:lvl7pPr algn="l">
              <a:buNone/>
              <a:defRPr sz="1500" b="0">
                <a:solidFill>
                  <a:srgbClr val="17342E"/>
                </a:solidFill>
              </a:defRPr>
            </a:lvl7pPr>
            <a:lvl8pPr algn="l">
              <a:buNone/>
              <a:defRPr sz="1500" b="0">
                <a:solidFill>
                  <a:srgbClr val="17342E"/>
                </a:solidFill>
              </a:defRPr>
            </a:lvl8pPr>
            <a:lvl9pPr algn="l">
              <a:buNone/>
              <a:defRPr sz="1500" b="0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342E"/>
                </a:solidFill>
              </a:defRPr>
            </a:pPr>
            <a:r>
              <a:rPr sz="1500" b="0">
                <a:solidFill>
                  <a:srgbClr val="17342E"/>
                </a:solidFill>
              </a:rPr>
              <a:t>AI 推薦、營運分析與後台</a:t>
            </a:r>
            <a:endParaRPr sz="1500" b="0">
              <a:solidFill>
                <a:srgbClr val="17342E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ADBBBF5-CB4B-4916-9987-18841E79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91250"/>
            <a:ext cx="819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536760"/>
                </a:solidFill>
              </a:defRPr>
            </a:defPPr>
            <a:lvl1pPr algn="l">
              <a:buNone/>
              <a:defRPr sz="1650" b="0">
                <a:solidFill>
                  <a:srgbClr val="536760"/>
                </a:solidFill>
              </a:defRPr>
            </a:lvl1pPr>
            <a:lvl2pPr algn="l">
              <a:buNone/>
              <a:defRPr sz="1650" b="0">
                <a:solidFill>
                  <a:srgbClr val="536760"/>
                </a:solidFill>
              </a:defRPr>
            </a:lvl2pPr>
            <a:lvl3pPr algn="l">
              <a:buNone/>
              <a:defRPr sz="1650" b="0">
                <a:solidFill>
                  <a:srgbClr val="536760"/>
                </a:solidFill>
              </a:defRPr>
            </a:lvl3pPr>
            <a:lvl4pPr algn="l">
              <a:buNone/>
              <a:defRPr sz="1650" b="0">
                <a:solidFill>
                  <a:srgbClr val="536760"/>
                </a:solidFill>
              </a:defRPr>
            </a:lvl4pPr>
            <a:lvl5pPr algn="l">
              <a:buNone/>
              <a:defRPr sz="1650" b="0">
                <a:solidFill>
                  <a:srgbClr val="536760"/>
                </a:solidFill>
              </a:defRPr>
            </a:lvl5pPr>
            <a:lvl6pPr algn="l">
              <a:buNone/>
              <a:defRPr sz="1650" b="0">
                <a:solidFill>
                  <a:srgbClr val="536760"/>
                </a:solidFill>
              </a:defRPr>
            </a:lvl6pPr>
            <a:lvl7pPr algn="l">
              <a:buNone/>
              <a:defRPr sz="1650" b="0">
                <a:solidFill>
                  <a:srgbClr val="536760"/>
                </a:solidFill>
              </a:defRPr>
            </a:lvl7pPr>
            <a:lvl8pPr algn="l">
              <a:buNone/>
              <a:defRPr sz="1650" b="0">
                <a:solidFill>
                  <a:srgbClr val="536760"/>
                </a:solidFill>
              </a:defRPr>
            </a:lvl8pPr>
            <a:lvl9pPr algn="l">
              <a:buNone/>
              <a:defRPr sz="165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36760"/>
                </a:solidFill>
              </a:defRPr>
            </a:pPr>
            <a:r>
              <a:rPr sz="1650">
                <a:solidFill>
                  <a:srgbClr val="536760"/>
                </a:solidFill>
                <a:latin typeface="微軟正黑體"/>
                <a:ea typeface="微軟正黑體"/>
                <a:cs typeface="微軟正黑體"/>
                <a:hlinkClick xmlns:r="http://schemas.openxmlformats.org/officeDocument/2006/relationships" r:id="R96af9d706c5d4a58"/>
              </a:rPr>
              <a:t>指導講師：簡志璁 Alvin　fcaibialvin@gmail.com</a:t>
            </a:r>
            <a:endParaRPr sz="1650">
              <a:solidFill>
                <a:srgbClr val="53676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2" name="Q &amp; A">
            <a:extLst xmlns:a="http://schemas.openxmlformats.org/drawingml/2006/main">
              <a:ext uri="{FF2B5EF4-FFF2-40B4-BE49-F238E27FC236}">
                <a16:creationId xmlns:a16="http://schemas.microsoft.com/office/drawing/2014/main" id="{8365C6B2-E2DD-435B-92B0-B19EDEE5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05525"/>
            <a:ext cx="1809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14634B"/>
                </a:solidFill>
              </a:defRPr>
            </a:defPPr>
            <a:lvl1pPr algn="l">
              <a:buNone/>
              <a:defRPr sz="2550" b="1">
                <a:solidFill>
                  <a:srgbClr val="14634B"/>
                </a:solidFill>
              </a:defRPr>
            </a:lvl1pPr>
            <a:lvl2pPr algn="l">
              <a:buNone/>
              <a:defRPr sz="2550" b="1">
                <a:solidFill>
                  <a:srgbClr val="14634B"/>
                </a:solidFill>
              </a:defRPr>
            </a:lvl2pPr>
            <a:lvl3pPr algn="l">
              <a:buNone/>
              <a:defRPr sz="2550" b="1">
                <a:solidFill>
                  <a:srgbClr val="14634B"/>
                </a:solidFill>
              </a:defRPr>
            </a:lvl3pPr>
            <a:lvl4pPr algn="l">
              <a:buNone/>
              <a:defRPr sz="2550" b="1">
                <a:solidFill>
                  <a:srgbClr val="14634B"/>
                </a:solidFill>
              </a:defRPr>
            </a:lvl4pPr>
            <a:lvl5pPr algn="l">
              <a:buNone/>
              <a:defRPr sz="2550" b="1">
                <a:solidFill>
                  <a:srgbClr val="14634B"/>
                </a:solidFill>
              </a:defRPr>
            </a:lvl5pPr>
            <a:lvl6pPr algn="l">
              <a:buNone/>
              <a:defRPr sz="2550" b="1">
                <a:solidFill>
                  <a:srgbClr val="14634B"/>
                </a:solidFill>
              </a:defRPr>
            </a:lvl6pPr>
            <a:lvl7pPr algn="l">
              <a:buNone/>
              <a:defRPr sz="2550" b="1">
                <a:solidFill>
                  <a:srgbClr val="14634B"/>
                </a:solidFill>
              </a:defRPr>
            </a:lvl7pPr>
            <a:lvl8pPr algn="l">
              <a:buNone/>
              <a:defRPr sz="2550" b="1">
                <a:solidFill>
                  <a:srgbClr val="14634B"/>
                </a:solidFill>
              </a:defRPr>
            </a:lvl8pPr>
            <a:lvl9pPr algn="l">
              <a:buNone/>
              <a:defRPr sz="25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4634B"/>
                </a:solidFill>
              </a:defRPr>
            </a:pPr>
            <a:r>
              <a:rPr sz="2550" b="1">
                <a:solidFill>
                  <a:srgbClr val="14634B"/>
                </a:solidFill>
              </a:rPr>
              <a:t>Q &amp; A</a:t>
            </a:r>
            <a:endParaRPr sz="2550" b="1">
              <a:solidFill>
                <a:srgbClr val="14634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99593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JhengHei"/>
        <a:ea typeface=""/>
        <a:cs typeface=""/>
      </a:majorFont>
      <a:minorFont>
        <a:latin typeface="Microsoft Jheng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2026-10-21T23:12:07.6380000Z</dcterms:created>
  <dcterms:modified xsi:type="dcterms:W3CDTF">2026-10-21T23:12:07.6380000Z</dcterms:modified>
</coreProperties>
</file>