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da8d42834a4df6" /><Relationship Type="http://schemas.openxmlformats.org/officeDocument/2006/relationships/extended-properties" Target="/docProps/app.xml" Id="R67f4504c174d4c8a" /><Relationship Type="http://schemas.openxmlformats.org/officeDocument/2006/relationships/officeDocument" Target="/ppt/presentation.xml" Id="R6b084a4dd3ba413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39be646f3f4ef5"/>
  </p:sldMasterIdLst>
  <p:notesMasterIdLst>
    <p:notesMasterId xmlns:r="http://schemas.openxmlformats.org/officeDocument/2006/relationships" r:id="Rff06e8454f0f40f3"/>
  </p:notesMasterIdLst>
  <p:sldIdLst>
    <p:sldId xmlns:r="http://schemas.openxmlformats.org/officeDocument/2006/relationships" id="256" r:id="R9549bfd349ba4d81"/>
    <p:sldId xmlns:r="http://schemas.openxmlformats.org/officeDocument/2006/relationships" id="257" r:id="Rc523b87a437c4068"/>
    <p:sldId xmlns:r="http://schemas.openxmlformats.org/officeDocument/2006/relationships" id="258" r:id="Rb7c64a79e07a4b83"/>
    <p:sldId xmlns:r="http://schemas.openxmlformats.org/officeDocument/2006/relationships" id="259" r:id="R127cdf8c417243c8"/>
    <p:sldId xmlns:r="http://schemas.openxmlformats.org/officeDocument/2006/relationships" id="260" r:id="R7751c8e79e5a4e08"/>
    <p:sldId xmlns:r="http://schemas.openxmlformats.org/officeDocument/2006/relationships" id="261" r:id="Rfdbd5733b9344f8a"/>
    <p:sldId xmlns:r="http://schemas.openxmlformats.org/officeDocument/2006/relationships" id="262" r:id="R528de93001de41b7"/>
    <p:sldId xmlns:r="http://schemas.openxmlformats.org/officeDocument/2006/relationships" id="263" r:id="R9efcc39318734539"/>
    <p:sldId xmlns:r="http://schemas.openxmlformats.org/officeDocument/2006/relationships" id="264" r:id="R7c6bfd06e0af4f81"/>
    <p:sldId xmlns:r="http://schemas.openxmlformats.org/officeDocument/2006/relationships" id="265" r:id="Rfe6cfc9bb9a34aed"/>
    <p:sldId xmlns:r="http://schemas.openxmlformats.org/officeDocument/2006/relationships" id="266" r:id="Rf0c46f9cd0744120"/>
    <p:sldId xmlns:r="http://schemas.openxmlformats.org/officeDocument/2006/relationships" id="267" r:id="Ra5844ce2de214e4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4fc6196ea474044" /><Relationship Type="http://schemas.openxmlformats.org/officeDocument/2006/relationships/slideMaster" Target="/ppt/slideMasters/slideMaster1.xml" Id="Rad39be646f3f4ef5" /><Relationship Type="http://schemas.openxmlformats.org/officeDocument/2006/relationships/notesMaster" Target="/ppt/notesMasters/notesMaster1.xml" Id="Rff06e8454f0f40f3" /><Relationship Type="http://schemas.openxmlformats.org/officeDocument/2006/relationships/presProps" Target="/ppt/presProps.xml" Id="Ra9ee86a80b9e4127" /><Relationship Type="http://schemas.openxmlformats.org/officeDocument/2006/relationships/tableStyles" Target="/ppt/tableStyles.xml" Id="R66dda99b68034788" /><Relationship Type="http://schemas.openxmlformats.org/officeDocument/2006/relationships/slide" Target="/ppt/slides/slide1.xml" Id="R9549bfd349ba4d81" /><Relationship Type="http://schemas.openxmlformats.org/officeDocument/2006/relationships/slide" Target="/ppt/slides/slide2.xml" Id="Rc523b87a437c4068" /><Relationship Type="http://schemas.openxmlformats.org/officeDocument/2006/relationships/slide" Target="/ppt/slides/slide3.xml" Id="Rb7c64a79e07a4b83" /><Relationship Type="http://schemas.openxmlformats.org/officeDocument/2006/relationships/slide" Target="/ppt/slides/slide4.xml" Id="R127cdf8c417243c8" /><Relationship Type="http://schemas.openxmlformats.org/officeDocument/2006/relationships/slide" Target="/ppt/slides/slide5.xml" Id="R7751c8e79e5a4e08" /><Relationship Type="http://schemas.openxmlformats.org/officeDocument/2006/relationships/slide" Target="/ppt/slides/slide6.xml" Id="Rfdbd5733b9344f8a" /><Relationship Type="http://schemas.openxmlformats.org/officeDocument/2006/relationships/slide" Target="/ppt/slides/slide7.xml" Id="R528de93001de41b7" /><Relationship Type="http://schemas.openxmlformats.org/officeDocument/2006/relationships/slide" Target="/ppt/slides/slide8.xml" Id="R9efcc39318734539" /><Relationship Type="http://schemas.openxmlformats.org/officeDocument/2006/relationships/slide" Target="/ppt/slides/slide9.xml" Id="R7c6bfd06e0af4f81" /><Relationship Type="http://schemas.openxmlformats.org/officeDocument/2006/relationships/slide" Target="/ppt/slides/slide10.xml" Id="Rfe6cfc9bb9a34aed" /><Relationship Type="http://schemas.openxmlformats.org/officeDocument/2006/relationships/slide" Target="/ppt/slides/slide11.xml" Id="Rf0c46f9cd0744120" /><Relationship Type="http://schemas.openxmlformats.org/officeDocument/2006/relationships/slide" Target="/ppt/slides/slide12.xml" Id="Ra5844ce2de214e4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32f28cdaf4f42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9e6aae35747421a" /><Relationship Type="http://schemas.openxmlformats.org/officeDocument/2006/relationships/notesMaster" Target="/ppt/notesMasters/notesMaster1.xml" Id="Re4c482a283774ee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e864fe84e2646c3" /><Relationship Type="http://schemas.openxmlformats.org/officeDocument/2006/relationships/notesMaster" Target="/ppt/notesMasters/notesMaster1.xml" Id="Ra3dc41a46ba94ee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9d9214e9aef4ee2" /><Relationship Type="http://schemas.openxmlformats.org/officeDocument/2006/relationships/notesMaster" Target="/ppt/notesMasters/notesMaster1.xml" Id="R2860426559fe4c8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e276ca8673400c" /><Relationship Type="http://schemas.openxmlformats.org/officeDocument/2006/relationships/notesMaster" Target="/ppt/notesMasters/notesMaster1.xml" Id="R34ffb03e8662499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b63e04556a44792" /><Relationship Type="http://schemas.openxmlformats.org/officeDocument/2006/relationships/notesMaster" Target="/ppt/notesMasters/notesMaster1.xml" Id="R290284038b3942a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3dae6cd8e0647f2" /><Relationship Type="http://schemas.openxmlformats.org/officeDocument/2006/relationships/notesMaster" Target="/ppt/notesMasters/notesMaster1.xml" Id="R8f5edaab92484c4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b9fb22c4e48425a" /><Relationship Type="http://schemas.openxmlformats.org/officeDocument/2006/relationships/notesMaster" Target="/ppt/notesMasters/notesMaster1.xml" Id="R696322567b8c436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27baf29b1024af4" /><Relationship Type="http://schemas.openxmlformats.org/officeDocument/2006/relationships/notesMaster" Target="/ppt/notesMasters/notesMaster1.xml" Id="Rb43643a67b47474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18257d803eb4a0e" /><Relationship Type="http://schemas.openxmlformats.org/officeDocument/2006/relationships/notesMaster" Target="/ppt/notesMasters/notesMaster1.xml" Id="R055e7a94fab2456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e50b1b3297a4998" /><Relationship Type="http://schemas.openxmlformats.org/officeDocument/2006/relationships/notesMaster" Target="/ppt/notesMasters/notesMaster1.xml" Id="R81f61d31b2b248a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cfb2aa649a444bb" /><Relationship Type="http://schemas.openxmlformats.org/officeDocument/2006/relationships/notesMaster" Target="/ppt/notesMasters/notesMaster1.xml" Id="R4887c51c6334428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8bf0f40bd7e4f51" /><Relationship Type="http://schemas.openxmlformats.org/officeDocument/2006/relationships/notesMaster" Target="/ppt/notesMasters/notesMaster1.xml" Id="Rf43e5fcc1dce49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來源：README.md；docs/TEAM_OWNERSHIP.md。此為進度簡報，尚待全組最終簽收。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來源：簡報文件/SLIDE_CONTENT.md（PR #19 草稿）；README.md；專題進度/專案工作清單_2026-10-17.md。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來源：deploy/README.md；MuscleCore分析資料/website/cloud_runtime.py；docs/SAM_RELEASE_2026-10-18.md。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來源：docs/SAM_SCHEMA_AUDIT_2026-10-17.md；docs/D4_IMPORT_ACCEPTANCE_2026-10-18.md。數值有各自的讀回日期。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來源：簡報文件/screenshots/S02-catalog-evidence.md；docs/SAM_LIVE_CATALOG_AUDIT_2026-10-17.md。畫面擷取於 10/17，非目前 Cloud Run 管理端 revision 讀回。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來源：簡報文件/screenshots/S03-product-evidence.md。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來源：docs/SAM_PR21_LIVE_ACCEPTANCE_2026-10-17.md；docs/SAM_RELEASE_2026-10-18.md。圖片僅證明匿名登入表單可見。</a:t>
            </a:r>
          </a:p>
          <a:p xmlns:a="http://schemas.openxmlformats.org/drawingml/2006/main">
            <a:r>
              <a:t>10/18 範圍決定來源：docs/SAM_N02_V1_SCOPE_HANDOFF_2026-10-18.md；本頁仍為進度草案，待 JEFF／REN 具名交接。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來源：docs/D4_IMPORT_ACCEPTANCE_2026-10-18.md。</a:t>
            </a:r>
          </a:p>
          <a:p xmlns:a="http://schemas.openxmlformats.org/drawingml/2006/main">
            <a:r>
              <a:t>10/18 範圍決定來源：docs/SAM_N02_V1_SCOPE_HANDOFF_2026-10-18.md；本頁仍為進度草案，待 JEFF／REN 具名交接。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來源：專題進度/專案工作清單_2026-10-17.md；docs/JEFF_ADMIN_UI_DESIGN.md。不得把規格當作功能完成。</a:t>
            </a:r>
          </a:p>
          <a:p xmlns:a="http://schemas.openxmlformats.org/drawingml/2006/main">
            <a:r>
              <a:t>10/18 範圍決定來源：docs/SAM_N02_V1_SCOPE_HANDOFF_2026-10-18.md；本頁仍為進度草案，待 JEFF／REN 具名交接。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來源：docs/SAM_RELEASE_2026-10-18.md；docs/SAM_SOURCE_RECONCILIATION_2026-10-18.md。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來源：docs/log/REN_NAMING_2026-10-18.md；簡報文件/screenshots/S02-catalog-evidence.md；GitHub Actions PR #52/#53、main run #39053486928。窄視窗不等同手機實機。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來源：專題進度/專案工作清單_2026-10-17.md。此頁是 10/18 進度，不代替其他成員簽認。</a:t>
            </a:r>
          </a:p>
          <a:p xmlns:a="http://schemas.openxmlformats.org/drawingml/2006/main">
            <a:r>
              <a:t>10/18 範圍決定來源：docs/SAM_N02_V1_SCOPE_HANDOFF_2026-10-18.md；本頁仍為進度草案，待 JEFF／REN 具名交接。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d4d61c81ff436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e757d792dd493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ddbe0025c0400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bcbc5b360c43a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684edf005e4d0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74776c87224f6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D121D32-5399-4286-A356-8662A9B11F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A54E764-1676-45D6-BE6B-B8F0CC8AAD2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7554A88-2D8E-42A0-8680-BCEC98B44B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F153755-3C64-4BCD-93B0-4A566A9EB8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B73FBEF-5DCA-4259-814A-994A69E8F56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7F5735B-1B1A-4992-AD76-90C7511E23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03E6129-5109-4AEE-B373-60C012B442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D88308E-995B-4369-AB48-DFCBB8C916C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E7EEFD9-A1B9-40F5-8B50-258B8895F4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5B7A1AD-6D62-4B01-9B46-C125F1EF03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3e0dd8c27ea4234" /><Relationship Type="http://schemas.openxmlformats.org/officeDocument/2006/relationships/slideLayout" Target="/ppt/slideLayouts/slideLayout1.xml" Id="R7affcceca88d4965" /><Relationship Type="http://schemas.openxmlformats.org/officeDocument/2006/relationships/slideLayout" Target="/ppt/slideLayouts/slideLayout2.xml" Id="Re4e3e8a6a38b4856" /><Relationship Type="http://schemas.openxmlformats.org/officeDocument/2006/relationships/slideLayout" Target="/ppt/slideLayouts/slideLayout3.xml" Id="R73960010ddf64e79" /><Relationship Type="http://schemas.openxmlformats.org/officeDocument/2006/relationships/slideLayout" Target="/ppt/slideLayouts/slideLayout4.xml" Id="R6ea0aa8e1b714f97" /><Relationship Type="http://schemas.openxmlformats.org/officeDocument/2006/relationships/slideLayout" Target="/ppt/slideLayouts/slideLayout5.xml" Id="R1b1112816e174bb0" /><Relationship Type="http://schemas.openxmlformats.org/officeDocument/2006/relationships/slideLayout" Target="/ppt/slideLayouts/slideLayout6.xml" Id="R8e90b25932c54a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ffcceca88d4965"/>
    <p:sldLayoutId xmlns:r="http://schemas.openxmlformats.org/officeDocument/2006/relationships" id="2147483650" r:id="Re4e3e8a6a38b4856"/>
    <p:sldLayoutId xmlns:r="http://schemas.openxmlformats.org/officeDocument/2006/relationships" id="2147483651" r:id="R73960010ddf64e79"/>
    <p:sldLayoutId xmlns:r="http://schemas.openxmlformats.org/officeDocument/2006/relationships" id="2147483652" r:id="R6ea0aa8e1b714f97"/>
    <p:sldLayoutId xmlns:r="http://schemas.openxmlformats.org/officeDocument/2006/relationships" id="2147483653" r:id="R1b1112816e174bb0"/>
    <p:sldLayoutId xmlns:r="http://schemas.openxmlformats.org/officeDocument/2006/relationships" id="2147483654" r:id="R8e90b25932c54a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344c609cd442f1" /><Relationship Type="http://schemas.openxmlformats.org/officeDocument/2006/relationships/notesSlide" Target="/ppt/notesSlides/notesSlide1.xml" Id="R87d0d52dee174e1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31381156ce4e50" /><Relationship Type="http://schemas.openxmlformats.org/officeDocument/2006/relationships/notesSlide" Target="/ppt/notesSlides/notesSlide2.xml" Id="Rf2c8736e99a4435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2fd6dc93574e18" /><Relationship Type="http://schemas.openxmlformats.org/officeDocument/2006/relationships/notesSlide" Target="/ppt/notesSlides/notesSlide3.xml" Id="R516e41de54de4f3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d017dbe0964671" /><Relationship Type="http://schemas.openxmlformats.org/officeDocument/2006/relationships/notesSlide" Target="/ppt/notesSlides/notesSlide4.xml" Id="R69e7c39b653a4ab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7488f5545e4f8e" /><Relationship Type="http://schemas.openxmlformats.org/officeDocument/2006/relationships/image" Target="/ppt/media/image.jpeg" Id="Re4dc9b1fed62473c" /><Relationship Type="http://schemas.openxmlformats.org/officeDocument/2006/relationships/notesSlide" Target="/ppt/notesSlides/notesSlide5.xml" Id="R7f6cdce2678a486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38eca03edb4ae8" /><Relationship Type="http://schemas.openxmlformats.org/officeDocument/2006/relationships/image" Target="/ppt/media/image.png" Id="Rdedc2d69da874e5f" /><Relationship Type="http://schemas.openxmlformats.org/officeDocument/2006/relationships/notesSlide" Target="/ppt/notesSlides/notesSlide6.xml" Id="R345c7eb788694fd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45729160434d73" /><Relationship Type="http://schemas.openxmlformats.org/officeDocument/2006/relationships/image" Target="/ppt/media/image2.jpeg" Id="Rb4772e9ad1e94ba5" /><Relationship Type="http://schemas.openxmlformats.org/officeDocument/2006/relationships/notesSlide" Target="/ppt/notesSlides/notesSlide7.xml" Id="R4f9cf9053c004ee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056f25d9654919" /><Relationship Type="http://schemas.openxmlformats.org/officeDocument/2006/relationships/notesSlide" Target="/ppt/notesSlides/notesSlide8.xml" Id="Rc7701feabb164c7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884d3c398147f8" /><Relationship Type="http://schemas.openxmlformats.org/officeDocument/2006/relationships/notesSlide" Target="/ppt/notesSlides/notesSlide9.xml" Id="Rffbe40f2d04d441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5ec9eaaf7b4ea3" /><Relationship Type="http://schemas.openxmlformats.org/officeDocument/2006/relationships/notesSlide" Target="/ppt/notesSlides/notesSlide10.xml" Id="R98174e43935c42b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ffec68e8b149db" /><Relationship Type="http://schemas.openxmlformats.org/officeDocument/2006/relationships/image" Target="/ppt/media/image3.jpeg" Id="R147a043071a24bb2" /><Relationship Type="http://schemas.openxmlformats.org/officeDocument/2006/relationships/notesSlide" Target="/ppt/notesSlides/notesSlide11.xml" Id="R5f7e0598a36c4d9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41af37fc28418a" /><Relationship Type="http://schemas.openxmlformats.org/officeDocument/2006/relationships/notesSlide" Target="/ppt/notesSlides/notesSlide12.xml" Id="Red6f231426c4436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796F2F-F3AD-42E0-B071-1BEB09E1B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71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 b="1">
                <a:solidFill>
                  <a:srgbClr val="FFFFFF"/>
                </a:solidFill>
              </a:defRPr>
            </a:defPPr>
            <a:lvl1pPr>
              <a:buNone/>
              <a:defRPr sz="4200" b="1">
                <a:solidFill>
                  <a:srgbClr val="FFFFFF"/>
                </a:solidFill>
              </a:defRPr>
            </a:lvl1pPr>
            <a:lvl2pPr>
              <a:buNone/>
              <a:defRPr sz="4200" b="1">
                <a:solidFill>
                  <a:srgbClr val="FFFFFF"/>
                </a:solidFill>
              </a:defRPr>
            </a:lvl2pPr>
            <a:lvl3pPr>
              <a:buNone/>
              <a:defRPr sz="4200" b="1">
                <a:solidFill>
                  <a:srgbClr val="FFFFFF"/>
                </a:solidFill>
              </a:defRPr>
            </a:lvl3pPr>
            <a:lvl4pPr>
              <a:buNone/>
              <a:defRPr sz="4200" b="1">
                <a:solidFill>
                  <a:srgbClr val="FFFFFF"/>
                </a:solidFill>
              </a:defRPr>
            </a:lvl4pPr>
            <a:lvl5pPr>
              <a:buNone/>
              <a:defRPr sz="4200" b="1">
                <a:solidFill>
                  <a:srgbClr val="FFFFFF"/>
                </a:solidFill>
              </a:defRPr>
            </a:lvl5pPr>
            <a:lvl6pPr>
              <a:buNone/>
              <a:defRPr sz="4200" b="1">
                <a:solidFill>
                  <a:srgbClr val="FFFFFF"/>
                </a:solidFill>
              </a:defRPr>
            </a:lvl6pPr>
            <a:lvl7pPr>
              <a:buNone/>
              <a:defRPr sz="4200" b="1">
                <a:solidFill>
                  <a:srgbClr val="FFFFFF"/>
                </a:solidFill>
              </a:defRPr>
            </a:lvl7pPr>
            <a:lvl8pPr>
              <a:buNone/>
              <a:defRPr sz="4200" b="1">
                <a:solidFill>
                  <a:srgbClr val="FFFFFF"/>
                </a:solidFill>
              </a:defRPr>
            </a:lvl8pPr>
            <a:lvl9pPr>
              <a:buNone/>
              <a:defRPr sz="42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buNone/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VibeCart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B26C55-B1FB-4C2D-88A7-2D5B44FD9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7FDBD3"/>
                </a:solidFill>
              </a:defRPr>
            </a:defPPr>
            <a:lvl1pPr>
              <a:buNone/>
              <a:defRPr sz="2550" b="1">
                <a:solidFill>
                  <a:srgbClr val="7FDBD3"/>
                </a:solidFill>
              </a:defRPr>
            </a:lvl1pPr>
            <a:lvl2pPr>
              <a:buNone/>
              <a:defRPr sz="2550" b="1">
                <a:solidFill>
                  <a:srgbClr val="7FDBD3"/>
                </a:solidFill>
              </a:defRPr>
            </a:lvl2pPr>
            <a:lvl3pPr>
              <a:buNone/>
              <a:defRPr sz="2550" b="1">
                <a:solidFill>
                  <a:srgbClr val="7FDBD3"/>
                </a:solidFill>
              </a:defRPr>
            </a:lvl3pPr>
            <a:lvl4pPr>
              <a:buNone/>
              <a:defRPr sz="2550" b="1">
                <a:solidFill>
                  <a:srgbClr val="7FDBD3"/>
                </a:solidFill>
              </a:defRPr>
            </a:lvl4pPr>
            <a:lvl5pPr>
              <a:buNone/>
              <a:defRPr sz="2550" b="1">
                <a:solidFill>
                  <a:srgbClr val="7FDBD3"/>
                </a:solidFill>
              </a:defRPr>
            </a:lvl5pPr>
            <a:lvl6pPr>
              <a:buNone/>
              <a:defRPr sz="2550" b="1">
                <a:solidFill>
                  <a:srgbClr val="7FDBD3"/>
                </a:solidFill>
              </a:defRPr>
            </a:lvl6pPr>
            <a:lvl7pPr>
              <a:buNone/>
              <a:defRPr sz="2550" b="1">
                <a:solidFill>
                  <a:srgbClr val="7FDBD3"/>
                </a:solidFill>
              </a:defRPr>
            </a:lvl7pPr>
            <a:lvl8pPr>
              <a:buNone/>
              <a:defRPr sz="2550" b="1">
                <a:solidFill>
                  <a:srgbClr val="7FDBD3"/>
                </a:solidFill>
              </a:defRPr>
            </a:lvl8pPr>
            <a:lvl9pPr>
              <a:buNone/>
              <a:defRPr sz="2550" b="1">
                <a:solidFill>
                  <a:srgbClr val="7FDBD3"/>
                </a:solidFill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7FDBD3"/>
                </a:solidFill>
              </a:defRPr>
            </a:pPr>
            <a:r>
              <a:rPr sz="2550" b="1">
                <a:solidFill>
                  <a:srgbClr val="7FDBD3"/>
                </a:solidFill>
              </a:rPr>
              <a:t>智慧購物與營運分析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1E1AE3-C013-4C4D-B2C1-43AC8EB52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05125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E7EEF5"/>
                </a:solidFill>
              </a:defRPr>
            </a:defPPr>
            <a:lvl1pPr>
              <a:buNone/>
              <a:defRPr sz="1800" b="0">
                <a:solidFill>
                  <a:srgbClr val="E7EEF5"/>
                </a:solidFill>
              </a:defRPr>
            </a:lvl1pPr>
            <a:lvl2pPr>
              <a:buNone/>
              <a:defRPr sz="1800" b="0">
                <a:solidFill>
                  <a:srgbClr val="E7EEF5"/>
                </a:solidFill>
              </a:defRPr>
            </a:lvl2pPr>
            <a:lvl3pPr>
              <a:buNone/>
              <a:defRPr sz="1800" b="0">
                <a:solidFill>
                  <a:srgbClr val="E7EEF5"/>
                </a:solidFill>
              </a:defRPr>
            </a:lvl3pPr>
            <a:lvl4pPr>
              <a:buNone/>
              <a:defRPr sz="1800" b="0">
                <a:solidFill>
                  <a:srgbClr val="E7EEF5"/>
                </a:solidFill>
              </a:defRPr>
            </a:lvl4pPr>
            <a:lvl5pPr>
              <a:buNone/>
              <a:defRPr sz="1800" b="0">
                <a:solidFill>
                  <a:srgbClr val="E7EEF5"/>
                </a:solidFill>
              </a:defRPr>
            </a:lvl5pPr>
            <a:lvl6pPr>
              <a:buNone/>
              <a:defRPr sz="1800" b="0">
                <a:solidFill>
                  <a:srgbClr val="E7EEF5"/>
                </a:solidFill>
              </a:defRPr>
            </a:lvl6pPr>
            <a:lvl7pPr>
              <a:buNone/>
              <a:defRPr sz="1800" b="0">
                <a:solidFill>
                  <a:srgbClr val="E7EEF5"/>
                </a:solidFill>
              </a:defRPr>
            </a:lvl7pPr>
            <a:lvl8pPr>
              <a:buNone/>
              <a:defRPr sz="1800" b="0">
                <a:solidFill>
                  <a:srgbClr val="E7EEF5"/>
                </a:solidFill>
              </a:defRPr>
            </a:lvl8pPr>
            <a:lvl9pPr>
              <a:buNone/>
              <a:defRPr sz="1800" b="0">
                <a:solidFill>
                  <a:srgbClr val="E7EEF5"/>
                </a:solidFill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E7EEF5"/>
                </a:solidFill>
              </a:defRPr>
            </a:pPr>
            <a:r>
              <a:rPr sz="1800" b="0">
                <a:solidFill>
                  <a:srgbClr val="E7EEF5"/>
                </a:solidFill>
              </a:rPr>
              <a:t>2026 年 10 月 18 日進度簡報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FCA778-30AC-45D9-BEA3-911940222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62375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E7EEF5"/>
                </a:solidFill>
              </a:defRPr>
            </a:defPPr>
            <a:lvl1pPr>
              <a:buNone/>
              <a:defRPr sz="1800" b="0">
                <a:solidFill>
                  <a:srgbClr val="E7EEF5"/>
                </a:solidFill>
              </a:defRPr>
            </a:lvl1pPr>
            <a:lvl2pPr>
              <a:buNone/>
              <a:defRPr sz="1800" b="0">
                <a:solidFill>
                  <a:srgbClr val="E7EEF5"/>
                </a:solidFill>
              </a:defRPr>
            </a:lvl2pPr>
            <a:lvl3pPr>
              <a:buNone/>
              <a:defRPr sz="1800" b="0">
                <a:solidFill>
                  <a:srgbClr val="E7EEF5"/>
                </a:solidFill>
              </a:defRPr>
            </a:lvl3pPr>
            <a:lvl4pPr>
              <a:buNone/>
              <a:defRPr sz="1800" b="0">
                <a:solidFill>
                  <a:srgbClr val="E7EEF5"/>
                </a:solidFill>
              </a:defRPr>
            </a:lvl4pPr>
            <a:lvl5pPr>
              <a:buNone/>
              <a:defRPr sz="1800" b="0">
                <a:solidFill>
                  <a:srgbClr val="E7EEF5"/>
                </a:solidFill>
              </a:defRPr>
            </a:lvl5pPr>
            <a:lvl6pPr>
              <a:buNone/>
              <a:defRPr sz="1800" b="0">
                <a:solidFill>
                  <a:srgbClr val="E7EEF5"/>
                </a:solidFill>
              </a:defRPr>
            </a:lvl6pPr>
            <a:lvl7pPr>
              <a:buNone/>
              <a:defRPr sz="1800" b="0">
                <a:solidFill>
                  <a:srgbClr val="E7EEF5"/>
                </a:solidFill>
              </a:defRPr>
            </a:lvl7pPr>
            <a:lvl8pPr>
              <a:buNone/>
              <a:defRPr sz="1800" b="0">
                <a:solidFill>
                  <a:srgbClr val="E7EEF5"/>
                </a:solidFill>
              </a:defRPr>
            </a:lvl8pPr>
            <a:lvl9pPr>
              <a:buNone/>
              <a:defRPr sz="1800" b="0">
                <a:solidFill>
                  <a:srgbClr val="E7EEF5"/>
                </a:solidFill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E7EEF5"/>
                </a:solidFill>
              </a:defRPr>
            </a:pPr>
            <a:r>
              <a:rPr sz="1800" b="0">
                <a:solidFill>
                  <a:srgbClr val="E7EEF5"/>
                </a:solidFill>
              </a:rPr>
              <a:t>JEFF｜AI／後台　REN｜會員／購物　SAM｜資料／測試／整合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204F90-53C8-43D6-9E03-B4074ADD7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9FB0C1"/>
                </a:solidFill>
              </a:defRPr>
            </a:defPPr>
            <a:lvl1pPr>
              <a:buNone/>
              <a:defRPr sz="1125" b="0">
                <a:solidFill>
                  <a:srgbClr val="9FB0C1"/>
                </a:solidFill>
              </a:defRPr>
            </a:lvl1pPr>
            <a:lvl2pPr>
              <a:buNone/>
              <a:defRPr sz="1125" b="0">
                <a:solidFill>
                  <a:srgbClr val="9FB0C1"/>
                </a:solidFill>
              </a:defRPr>
            </a:lvl2pPr>
            <a:lvl3pPr>
              <a:buNone/>
              <a:defRPr sz="1125" b="0">
                <a:solidFill>
                  <a:srgbClr val="9FB0C1"/>
                </a:solidFill>
              </a:defRPr>
            </a:lvl3pPr>
            <a:lvl4pPr>
              <a:buNone/>
              <a:defRPr sz="1125" b="0">
                <a:solidFill>
                  <a:srgbClr val="9FB0C1"/>
                </a:solidFill>
              </a:defRPr>
            </a:lvl4pPr>
            <a:lvl5pPr>
              <a:buNone/>
              <a:defRPr sz="1125" b="0">
                <a:solidFill>
                  <a:srgbClr val="9FB0C1"/>
                </a:solidFill>
              </a:defRPr>
            </a:lvl5pPr>
            <a:lvl6pPr>
              <a:buNone/>
              <a:defRPr sz="1125" b="0">
                <a:solidFill>
                  <a:srgbClr val="9FB0C1"/>
                </a:solidFill>
              </a:defRPr>
            </a:lvl6pPr>
            <a:lvl7pPr>
              <a:buNone/>
              <a:defRPr sz="1125" b="0">
                <a:solidFill>
                  <a:srgbClr val="9FB0C1"/>
                </a:solidFill>
              </a:defRPr>
            </a:lvl7pPr>
            <a:lvl8pPr>
              <a:buNone/>
              <a:defRPr sz="1125" b="0">
                <a:solidFill>
                  <a:srgbClr val="9FB0C1"/>
                </a:solidFill>
              </a:defRPr>
            </a:lvl8pPr>
            <a:lvl9pPr>
              <a:buNone/>
              <a:defRPr sz="1125" b="0">
                <a:solidFill>
                  <a:srgbClr val="9FB0C1"/>
                </a:solidFill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9FB0C1"/>
                </a:solidFill>
              </a:defRPr>
            </a:pPr>
            <a:r>
              <a:rPr sz="1125" b="0">
                <a:solidFill>
                  <a:srgbClr val="9FB0C1"/>
                </a:solidFill>
              </a:rPr>
              <a:t>01 / 12  •  2026-10-18  •  進度草案</a:t>
            </a:r>
          </a:p>
        </p:txBody>
      </p:sp>
    </p:spTree>
    <p:extLst>
      <p:ext uri="{BB962C8B-B14F-4D97-AF65-F5344CB8AC3E}">
        <p14:creationId xmlns:p14="http://schemas.microsoft.com/office/powerpoint/2010/main" val="9579608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1D3E19-F075-43D2-AC31-6511E3D3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71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</a:defRPr>
            </a:defPPr>
            <a:lvl1pPr>
              <a:buNone/>
              <a:defRPr sz="3150" b="1">
                <a:solidFill>
                  <a:srgbClr val="FFFFFF"/>
                </a:solidFill>
              </a:defRPr>
            </a:lvl1pPr>
            <a:lvl2pPr>
              <a:buNone/>
              <a:defRPr sz="3150" b="1">
                <a:solidFill>
                  <a:srgbClr val="FFFFFF"/>
                </a:solidFill>
              </a:defRPr>
            </a:lvl2pPr>
            <a:lvl3pPr>
              <a:buNone/>
              <a:defRPr sz="3150" b="1">
                <a:solidFill>
                  <a:srgbClr val="FFFFFF"/>
                </a:solidFill>
              </a:defRPr>
            </a:lvl3pPr>
            <a:lvl4pPr>
              <a:buNone/>
              <a:defRPr sz="3150" b="1">
                <a:solidFill>
                  <a:srgbClr val="FFFFFF"/>
                </a:solidFill>
              </a:defRPr>
            </a:lvl4pPr>
            <a:lvl5pPr>
              <a:buNone/>
              <a:defRPr sz="3150" b="1">
                <a:solidFill>
                  <a:srgbClr val="FFFFFF"/>
                </a:solidFill>
              </a:defRPr>
            </a:lvl5pPr>
            <a:lvl6pPr>
              <a:buNone/>
              <a:defRPr sz="3150" b="1">
                <a:solidFill>
                  <a:srgbClr val="FFFFFF"/>
                </a:solidFill>
              </a:defRPr>
            </a:lvl6pPr>
            <a:lvl7pPr>
              <a:buNone/>
              <a:defRPr sz="3150" b="1">
                <a:solidFill>
                  <a:srgbClr val="FFFFFF"/>
                </a:solidFill>
              </a:defRPr>
            </a:lvl7pPr>
            <a:lvl8pPr>
              <a:buNone/>
              <a:defRPr sz="3150" b="1">
                <a:solidFill>
                  <a:srgbClr val="FFFFFF"/>
                </a:solidFill>
              </a:defRPr>
            </a:lvl8pPr>
            <a:lvl9pPr>
              <a:buNone/>
              <a:defRPr sz="3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專案要解決的事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DB2D5D-8763-4DA1-8475-DA42B1A3B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7FDBD3"/>
                </a:solidFill>
              </a:defRPr>
            </a:defPPr>
            <a:lvl1pPr>
              <a:buNone/>
              <a:defRPr sz="1950" b="1">
                <a:solidFill>
                  <a:srgbClr val="7FDBD3"/>
                </a:solidFill>
              </a:defRPr>
            </a:lvl1pPr>
            <a:lvl2pPr>
              <a:buNone/>
              <a:defRPr sz="1950" b="1">
                <a:solidFill>
                  <a:srgbClr val="7FDBD3"/>
                </a:solidFill>
              </a:defRPr>
            </a:lvl2pPr>
            <a:lvl3pPr>
              <a:buNone/>
              <a:defRPr sz="1950" b="1">
                <a:solidFill>
                  <a:srgbClr val="7FDBD3"/>
                </a:solidFill>
              </a:defRPr>
            </a:lvl3pPr>
            <a:lvl4pPr>
              <a:buNone/>
              <a:defRPr sz="1950" b="1">
                <a:solidFill>
                  <a:srgbClr val="7FDBD3"/>
                </a:solidFill>
              </a:defRPr>
            </a:lvl4pPr>
            <a:lvl5pPr>
              <a:buNone/>
              <a:defRPr sz="1950" b="1">
                <a:solidFill>
                  <a:srgbClr val="7FDBD3"/>
                </a:solidFill>
              </a:defRPr>
            </a:lvl5pPr>
            <a:lvl6pPr>
              <a:buNone/>
              <a:defRPr sz="1950" b="1">
                <a:solidFill>
                  <a:srgbClr val="7FDBD3"/>
                </a:solidFill>
              </a:defRPr>
            </a:lvl6pPr>
            <a:lvl7pPr>
              <a:buNone/>
              <a:defRPr sz="1950" b="1">
                <a:solidFill>
                  <a:srgbClr val="7FDBD3"/>
                </a:solidFill>
              </a:defRPr>
            </a:lvl7pPr>
            <a:lvl8pPr>
              <a:buNone/>
              <a:defRPr sz="1950" b="1">
                <a:solidFill>
                  <a:srgbClr val="7FDBD3"/>
                </a:solidFill>
              </a:defRPr>
            </a:lvl8pPr>
            <a:lvl9pPr>
              <a:buNone/>
              <a:defRPr sz="1950" b="1">
                <a:solidFill>
                  <a:srgbClr val="7FDBD3"/>
                </a:solidFill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7FDBD3"/>
                </a:solidFill>
              </a:defRPr>
            </a:pPr>
            <a:r>
              <a:rPr sz="1950" b="1">
                <a:solidFill>
                  <a:srgbClr val="7FDBD3"/>
                </a:solidFill>
              </a:rPr>
              <a:t>會員可依分類、搜尋與 SKU 規格找到商品。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7A9503-6FCB-4FC5-A651-12D103BEF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E7EEF5"/>
                </a:solidFill>
              </a:defRPr>
            </a:defPPr>
            <a:lvl1pPr>
              <a:buNone/>
              <a:defRPr sz="1950" b="0">
                <a:solidFill>
                  <a:srgbClr val="E7EEF5"/>
                </a:solidFill>
              </a:defRPr>
            </a:lvl1pPr>
            <a:lvl2pPr>
              <a:buNone/>
              <a:defRPr sz="1950" b="0">
                <a:solidFill>
                  <a:srgbClr val="E7EEF5"/>
                </a:solidFill>
              </a:defRPr>
            </a:lvl2pPr>
            <a:lvl3pPr>
              <a:buNone/>
              <a:defRPr sz="1950" b="0">
                <a:solidFill>
                  <a:srgbClr val="E7EEF5"/>
                </a:solidFill>
              </a:defRPr>
            </a:lvl3pPr>
            <a:lvl4pPr>
              <a:buNone/>
              <a:defRPr sz="1950" b="0">
                <a:solidFill>
                  <a:srgbClr val="E7EEF5"/>
                </a:solidFill>
              </a:defRPr>
            </a:lvl4pPr>
            <a:lvl5pPr>
              <a:buNone/>
              <a:defRPr sz="1950" b="0">
                <a:solidFill>
                  <a:srgbClr val="E7EEF5"/>
                </a:solidFill>
              </a:defRPr>
            </a:lvl5pPr>
            <a:lvl6pPr>
              <a:buNone/>
              <a:defRPr sz="1950" b="0">
                <a:solidFill>
                  <a:srgbClr val="E7EEF5"/>
                </a:solidFill>
              </a:defRPr>
            </a:lvl6pPr>
            <a:lvl7pPr>
              <a:buNone/>
              <a:defRPr sz="1950" b="0">
                <a:solidFill>
                  <a:srgbClr val="E7EEF5"/>
                </a:solidFill>
              </a:defRPr>
            </a:lvl7pPr>
            <a:lvl8pPr>
              <a:buNone/>
              <a:defRPr sz="1950" b="0">
                <a:solidFill>
                  <a:srgbClr val="E7EEF5"/>
                </a:solidFill>
              </a:defRPr>
            </a:lvl8pPr>
            <a:lvl9pPr>
              <a:buNone/>
              <a:defRPr sz="1950" b="0">
                <a:solidFill>
                  <a:srgbClr val="E7EEF5"/>
                </a:solidFill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E7EEF5"/>
                </a:solidFill>
              </a:defRPr>
            </a:pPr>
            <a:r>
              <a:rPr sz="1950" b="0">
                <a:solidFill>
                  <a:srgbClr val="E7EEF5"/>
                </a:solidFill>
              </a:rPr>
              <a:t>購物車與示範結帳保留庫存、重送及錯誤處理。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530930-E042-45FF-A726-39AA58D1C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E7EEF5"/>
                </a:solidFill>
              </a:defRPr>
            </a:defPPr>
            <a:lvl1pPr>
              <a:buNone/>
              <a:defRPr sz="1950" b="0">
                <a:solidFill>
                  <a:srgbClr val="E7EEF5"/>
                </a:solidFill>
              </a:defRPr>
            </a:lvl1pPr>
            <a:lvl2pPr>
              <a:buNone/>
              <a:defRPr sz="1950" b="0">
                <a:solidFill>
                  <a:srgbClr val="E7EEF5"/>
                </a:solidFill>
              </a:defRPr>
            </a:lvl2pPr>
            <a:lvl3pPr>
              <a:buNone/>
              <a:defRPr sz="1950" b="0">
                <a:solidFill>
                  <a:srgbClr val="E7EEF5"/>
                </a:solidFill>
              </a:defRPr>
            </a:lvl3pPr>
            <a:lvl4pPr>
              <a:buNone/>
              <a:defRPr sz="1950" b="0">
                <a:solidFill>
                  <a:srgbClr val="E7EEF5"/>
                </a:solidFill>
              </a:defRPr>
            </a:lvl4pPr>
            <a:lvl5pPr>
              <a:buNone/>
              <a:defRPr sz="1950" b="0">
                <a:solidFill>
                  <a:srgbClr val="E7EEF5"/>
                </a:solidFill>
              </a:defRPr>
            </a:lvl5pPr>
            <a:lvl6pPr>
              <a:buNone/>
              <a:defRPr sz="1950" b="0">
                <a:solidFill>
                  <a:srgbClr val="E7EEF5"/>
                </a:solidFill>
              </a:defRPr>
            </a:lvl6pPr>
            <a:lvl7pPr>
              <a:buNone/>
              <a:defRPr sz="1950" b="0">
                <a:solidFill>
                  <a:srgbClr val="E7EEF5"/>
                </a:solidFill>
              </a:defRPr>
            </a:lvl7pPr>
            <a:lvl8pPr>
              <a:buNone/>
              <a:defRPr sz="1950" b="0">
                <a:solidFill>
                  <a:srgbClr val="E7EEF5"/>
                </a:solidFill>
              </a:defRPr>
            </a:lvl8pPr>
            <a:lvl9pPr>
              <a:buNone/>
              <a:defRPr sz="1950" b="0">
                <a:solidFill>
                  <a:srgbClr val="E7EEF5"/>
                </a:solidFill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E7EEF5"/>
                </a:solidFill>
              </a:defRPr>
            </a:pPr>
            <a:r>
              <a:rPr sz="1950" b="0">
                <a:solidFill>
                  <a:srgbClr val="E7EEF5"/>
                </a:solidFill>
              </a:rPr>
              <a:t>管理端需以同一批訂單資料核對營運數字。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9FE008-03B2-495F-B7DA-AD93A0A8D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E7EEF5"/>
                </a:solidFill>
              </a:defRPr>
            </a:defPPr>
            <a:lvl1pPr>
              <a:buNone/>
              <a:defRPr sz="1950" b="0">
                <a:solidFill>
                  <a:srgbClr val="E7EEF5"/>
                </a:solidFill>
              </a:defRPr>
            </a:lvl1pPr>
            <a:lvl2pPr>
              <a:buNone/>
              <a:defRPr sz="1950" b="0">
                <a:solidFill>
                  <a:srgbClr val="E7EEF5"/>
                </a:solidFill>
              </a:defRPr>
            </a:lvl2pPr>
            <a:lvl3pPr>
              <a:buNone/>
              <a:defRPr sz="1950" b="0">
                <a:solidFill>
                  <a:srgbClr val="E7EEF5"/>
                </a:solidFill>
              </a:defRPr>
            </a:lvl3pPr>
            <a:lvl4pPr>
              <a:buNone/>
              <a:defRPr sz="1950" b="0">
                <a:solidFill>
                  <a:srgbClr val="E7EEF5"/>
                </a:solidFill>
              </a:defRPr>
            </a:lvl4pPr>
            <a:lvl5pPr>
              <a:buNone/>
              <a:defRPr sz="1950" b="0">
                <a:solidFill>
                  <a:srgbClr val="E7EEF5"/>
                </a:solidFill>
              </a:defRPr>
            </a:lvl5pPr>
            <a:lvl6pPr>
              <a:buNone/>
              <a:defRPr sz="1950" b="0">
                <a:solidFill>
                  <a:srgbClr val="E7EEF5"/>
                </a:solidFill>
              </a:defRPr>
            </a:lvl6pPr>
            <a:lvl7pPr>
              <a:buNone/>
              <a:defRPr sz="1950" b="0">
                <a:solidFill>
                  <a:srgbClr val="E7EEF5"/>
                </a:solidFill>
              </a:defRPr>
            </a:lvl7pPr>
            <a:lvl8pPr>
              <a:buNone/>
              <a:defRPr sz="1950" b="0">
                <a:solidFill>
                  <a:srgbClr val="E7EEF5"/>
                </a:solidFill>
              </a:defRPr>
            </a:lvl8pPr>
            <a:lvl9pPr>
              <a:buNone/>
              <a:defRPr sz="1950" b="0">
                <a:solidFill>
                  <a:srgbClr val="E7EEF5"/>
                </a:solidFill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E7EEF5"/>
                </a:solidFill>
              </a:defRPr>
            </a:pPr>
            <a:r>
              <a:rPr sz="1950" b="0">
                <a:solidFill>
                  <a:srgbClr val="E7EEF5"/>
                </a:solidFill>
              </a:rPr>
              <a:t>推薦與 AI 洞察必須標明模型啟用狀態與資料範圍。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C4C9C9-A6F0-48D8-8551-904E9DBF0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9FB0C1"/>
                </a:solidFill>
              </a:defRPr>
            </a:defPPr>
            <a:lvl1pPr>
              <a:buNone/>
              <a:defRPr sz="1125" b="0">
                <a:solidFill>
                  <a:srgbClr val="9FB0C1"/>
                </a:solidFill>
              </a:defRPr>
            </a:lvl1pPr>
            <a:lvl2pPr>
              <a:buNone/>
              <a:defRPr sz="1125" b="0">
                <a:solidFill>
                  <a:srgbClr val="9FB0C1"/>
                </a:solidFill>
              </a:defRPr>
            </a:lvl2pPr>
            <a:lvl3pPr>
              <a:buNone/>
              <a:defRPr sz="1125" b="0">
                <a:solidFill>
                  <a:srgbClr val="9FB0C1"/>
                </a:solidFill>
              </a:defRPr>
            </a:lvl3pPr>
            <a:lvl4pPr>
              <a:buNone/>
              <a:defRPr sz="1125" b="0">
                <a:solidFill>
                  <a:srgbClr val="9FB0C1"/>
                </a:solidFill>
              </a:defRPr>
            </a:lvl4pPr>
            <a:lvl5pPr>
              <a:buNone/>
              <a:defRPr sz="1125" b="0">
                <a:solidFill>
                  <a:srgbClr val="9FB0C1"/>
                </a:solidFill>
              </a:defRPr>
            </a:lvl5pPr>
            <a:lvl6pPr>
              <a:buNone/>
              <a:defRPr sz="1125" b="0">
                <a:solidFill>
                  <a:srgbClr val="9FB0C1"/>
                </a:solidFill>
              </a:defRPr>
            </a:lvl6pPr>
            <a:lvl7pPr>
              <a:buNone/>
              <a:defRPr sz="1125" b="0">
                <a:solidFill>
                  <a:srgbClr val="9FB0C1"/>
                </a:solidFill>
              </a:defRPr>
            </a:lvl7pPr>
            <a:lvl8pPr>
              <a:buNone/>
              <a:defRPr sz="1125" b="0">
                <a:solidFill>
                  <a:srgbClr val="9FB0C1"/>
                </a:solidFill>
              </a:defRPr>
            </a:lvl8pPr>
            <a:lvl9pPr>
              <a:buNone/>
              <a:defRPr sz="1125" b="0">
                <a:solidFill>
                  <a:srgbClr val="9FB0C1"/>
                </a:solidFill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9FB0C1"/>
                </a:solidFill>
              </a:defRPr>
            </a:pPr>
            <a:r>
              <a:rPr sz="1125" b="0">
                <a:solidFill>
                  <a:srgbClr val="9FB0C1"/>
                </a:solidFill>
              </a:rPr>
              <a:t>02 / 12  •  2026-10-18  •  進度草案</a:t>
            </a:r>
          </a:p>
        </p:txBody>
      </p:sp>
    </p:spTree>
    <p:extLst>
      <p:ext uri="{BB962C8B-B14F-4D97-AF65-F5344CB8AC3E}">
        <p14:creationId xmlns:p14="http://schemas.microsoft.com/office/powerpoint/2010/main" val="17613922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FC193E-FA24-401B-B39D-F4E81BA1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71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</a:defRPr>
            </a:defPPr>
            <a:lvl1pPr>
              <a:buNone/>
              <a:defRPr sz="3150" b="1">
                <a:solidFill>
                  <a:srgbClr val="FFFFFF"/>
                </a:solidFill>
              </a:defRPr>
            </a:lvl1pPr>
            <a:lvl2pPr>
              <a:buNone/>
              <a:defRPr sz="3150" b="1">
                <a:solidFill>
                  <a:srgbClr val="FFFFFF"/>
                </a:solidFill>
              </a:defRPr>
            </a:lvl2pPr>
            <a:lvl3pPr>
              <a:buNone/>
              <a:defRPr sz="3150" b="1">
                <a:solidFill>
                  <a:srgbClr val="FFFFFF"/>
                </a:solidFill>
              </a:defRPr>
            </a:lvl3pPr>
            <a:lvl4pPr>
              <a:buNone/>
              <a:defRPr sz="3150" b="1">
                <a:solidFill>
                  <a:srgbClr val="FFFFFF"/>
                </a:solidFill>
              </a:defRPr>
            </a:lvl4pPr>
            <a:lvl5pPr>
              <a:buNone/>
              <a:defRPr sz="3150" b="1">
                <a:solidFill>
                  <a:srgbClr val="FFFFFF"/>
                </a:solidFill>
              </a:defRPr>
            </a:lvl5pPr>
            <a:lvl6pPr>
              <a:buNone/>
              <a:defRPr sz="3150" b="1">
                <a:solidFill>
                  <a:srgbClr val="FFFFFF"/>
                </a:solidFill>
              </a:defRPr>
            </a:lvl6pPr>
            <a:lvl7pPr>
              <a:buNone/>
              <a:defRPr sz="3150" b="1">
                <a:solidFill>
                  <a:srgbClr val="FFFFFF"/>
                </a:solidFill>
              </a:defRPr>
            </a:lvl7pPr>
            <a:lvl8pPr>
              <a:buNone/>
              <a:defRPr sz="3150" b="1">
                <a:solidFill>
                  <a:srgbClr val="FFFFFF"/>
                </a:solidFill>
              </a:defRPr>
            </a:lvl8pPr>
            <a:lvl9pPr>
              <a:buNone/>
              <a:defRPr sz="3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目前系統架構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5D7FC1-2D58-42F9-A49D-7212B4BD7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7FDBD3"/>
                </a:solidFill>
              </a:defRPr>
            </a:defPPr>
            <a:lvl1pPr>
              <a:buNone/>
              <a:defRPr sz="1950" b="1">
                <a:solidFill>
                  <a:srgbClr val="7FDBD3"/>
                </a:solidFill>
              </a:defRPr>
            </a:lvl1pPr>
            <a:lvl2pPr>
              <a:buNone/>
              <a:defRPr sz="1950" b="1">
                <a:solidFill>
                  <a:srgbClr val="7FDBD3"/>
                </a:solidFill>
              </a:defRPr>
            </a:lvl2pPr>
            <a:lvl3pPr>
              <a:buNone/>
              <a:defRPr sz="1950" b="1">
                <a:solidFill>
                  <a:srgbClr val="7FDBD3"/>
                </a:solidFill>
              </a:defRPr>
            </a:lvl3pPr>
            <a:lvl4pPr>
              <a:buNone/>
              <a:defRPr sz="1950" b="1">
                <a:solidFill>
                  <a:srgbClr val="7FDBD3"/>
                </a:solidFill>
              </a:defRPr>
            </a:lvl4pPr>
            <a:lvl5pPr>
              <a:buNone/>
              <a:defRPr sz="1950" b="1">
                <a:solidFill>
                  <a:srgbClr val="7FDBD3"/>
                </a:solidFill>
              </a:defRPr>
            </a:lvl5pPr>
            <a:lvl6pPr>
              <a:buNone/>
              <a:defRPr sz="1950" b="1">
                <a:solidFill>
                  <a:srgbClr val="7FDBD3"/>
                </a:solidFill>
              </a:defRPr>
            </a:lvl6pPr>
            <a:lvl7pPr>
              <a:buNone/>
              <a:defRPr sz="1950" b="1">
                <a:solidFill>
                  <a:srgbClr val="7FDBD3"/>
                </a:solidFill>
              </a:defRPr>
            </a:lvl7pPr>
            <a:lvl8pPr>
              <a:buNone/>
              <a:defRPr sz="1950" b="1">
                <a:solidFill>
                  <a:srgbClr val="7FDBD3"/>
                </a:solidFill>
              </a:defRPr>
            </a:lvl8pPr>
            <a:lvl9pPr>
              <a:buNone/>
              <a:defRPr sz="1950" b="1">
                <a:solidFill>
                  <a:srgbClr val="7FDBD3"/>
                </a:solidFill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7FDBD3"/>
                </a:solidFill>
              </a:defRPr>
            </a:pPr>
            <a:r>
              <a:rPr sz="1950" b="1">
                <a:solidFill>
                  <a:srgbClr val="7FDBD3"/>
                </a:solidFill>
              </a:rPr>
              <a:t>Firebase Hosting 導向 Cloud Run 的 Flask／Jinja2 網站。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EA8A5C-17A6-4DA9-9750-6FE7C4C2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E7EEF5"/>
                </a:solidFill>
              </a:defRPr>
            </a:defPPr>
            <a:lvl1pPr>
              <a:buNone/>
              <a:defRPr sz="1950" b="0">
                <a:solidFill>
                  <a:srgbClr val="E7EEF5"/>
                </a:solidFill>
              </a:defRPr>
            </a:lvl1pPr>
            <a:lvl2pPr>
              <a:buNone/>
              <a:defRPr sz="1950" b="0">
                <a:solidFill>
                  <a:srgbClr val="E7EEF5"/>
                </a:solidFill>
              </a:defRPr>
            </a:lvl2pPr>
            <a:lvl3pPr>
              <a:buNone/>
              <a:defRPr sz="1950" b="0">
                <a:solidFill>
                  <a:srgbClr val="E7EEF5"/>
                </a:solidFill>
              </a:defRPr>
            </a:lvl3pPr>
            <a:lvl4pPr>
              <a:buNone/>
              <a:defRPr sz="1950" b="0">
                <a:solidFill>
                  <a:srgbClr val="E7EEF5"/>
                </a:solidFill>
              </a:defRPr>
            </a:lvl4pPr>
            <a:lvl5pPr>
              <a:buNone/>
              <a:defRPr sz="1950" b="0">
                <a:solidFill>
                  <a:srgbClr val="E7EEF5"/>
                </a:solidFill>
              </a:defRPr>
            </a:lvl5pPr>
            <a:lvl6pPr>
              <a:buNone/>
              <a:defRPr sz="1950" b="0">
                <a:solidFill>
                  <a:srgbClr val="E7EEF5"/>
                </a:solidFill>
              </a:defRPr>
            </a:lvl6pPr>
            <a:lvl7pPr>
              <a:buNone/>
              <a:defRPr sz="1950" b="0">
                <a:solidFill>
                  <a:srgbClr val="E7EEF5"/>
                </a:solidFill>
              </a:defRPr>
            </a:lvl7pPr>
            <a:lvl8pPr>
              <a:buNone/>
              <a:defRPr sz="1950" b="0">
                <a:solidFill>
                  <a:srgbClr val="E7EEF5"/>
                </a:solidFill>
              </a:defRPr>
            </a:lvl8pPr>
            <a:lvl9pPr>
              <a:buNone/>
              <a:defRPr sz="1950" b="0">
                <a:solidFill>
                  <a:srgbClr val="E7EEF5"/>
                </a:solidFill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E7EEF5"/>
                </a:solidFill>
              </a:defRPr>
            </a:pPr>
            <a:r>
              <a:rPr sz="1950" b="0">
                <a:solidFill>
                  <a:srgbClr val="E7EEF5"/>
                </a:solidFill>
              </a:rPr>
              <a:t>網站連接 MongoDB Atlas v4 商品、SKU、訂單與事件。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DFEB05-3FD5-46F2-B6B1-D3244939F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E7EEF5"/>
                </a:solidFill>
              </a:defRPr>
            </a:defPPr>
            <a:lvl1pPr>
              <a:buNone/>
              <a:defRPr sz="1950" b="0">
                <a:solidFill>
                  <a:srgbClr val="E7EEF5"/>
                </a:solidFill>
              </a:defRPr>
            </a:lvl1pPr>
            <a:lvl2pPr>
              <a:buNone/>
              <a:defRPr sz="1950" b="0">
                <a:solidFill>
                  <a:srgbClr val="E7EEF5"/>
                </a:solidFill>
              </a:defRPr>
            </a:lvl2pPr>
            <a:lvl3pPr>
              <a:buNone/>
              <a:defRPr sz="1950" b="0">
                <a:solidFill>
                  <a:srgbClr val="E7EEF5"/>
                </a:solidFill>
              </a:defRPr>
            </a:lvl3pPr>
            <a:lvl4pPr>
              <a:buNone/>
              <a:defRPr sz="1950" b="0">
                <a:solidFill>
                  <a:srgbClr val="E7EEF5"/>
                </a:solidFill>
              </a:defRPr>
            </a:lvl4pPr>
            <a:lvl5pPr>
              <a:buNone/>
              <a:defRPr sz="1950" b="0">
                <a:solidFill>
                  <a:srgbClr val="E7EEF5"/>
                </a:solidFill>
              </a:defRPr>
            </a:lvl5pPr>
            <a:lvl6pPr>
              <a:buNone/>
              <a:defRPr sz="1950" b="0">
                <a:solidFill>
                  <a:srgbClr val="E7EEF5"/>
                </a:solidFill>
              </a:defRPr>
            </a:lvl6pPr>
            <a:lvl7pPr>
              <a:buNone/>
              <a:defRPr sz="1950" b="0">
                <a:solidFill>
                  <a:srgbClr val="E7EEF5"/>
                </a:solidFill>
              </a:defRPr>
            </a:lvl7pPr>
            <a:lvl8pPr>
              <a:buNone/>
              <a:defRPr sz="1950" b="0">
                <a:solidFill>
                  <a:srgbClr val="E7EEF5"/>
                </a:solidFill>
              </a:defRPr>
            </a:lvl8pPr>
            <a:lvl9pPr>
              <a:buNone/>
              <a:defRPr sz="1950" b="0">
                <a:solidFill>
                  <a:srgbClr val="E7EEF5"/>
                </a:solidFill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E7EEF5"/>
                </a:solidFill>
              </a:defRPr>
            </a:pPr>
            <a:r>
              <a:rPr sz="1950" b="0">
                <a:solidFill>
                  <a:srgbClr val="E7EEF5"/>
                </a:solidFill>
              </a:rPr>
              <a:t>會員／購物與後台使用權限、CSRF 及服務層契約。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54D4F7-145E-41C8-9589-898D67760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E7EEF5"/>
                </a:solidFill>
              </a:defRPr>
            </a:defPPr>
            <a:lvl1pPr>
              <a:buNone/>
              <a:defRPr sz="1950" b="0">
                <a:solidFill>
                  <a:srgbClr val="E7EEF5"/>
                </a:solidFill>
              </a:defRPr>
            </a:lvl1pPr>
            <a:lvl2pPr>
              <a:buNone/>
              <a:defRPr sz="1950" b="0">
                <a:solidFill>
                  <a:srgbClr val="E7EEF5"/>
                </a:solidFill>
              </a:defRPr>
            </a:lvl2pPr>
            <a:lvl3pPr>
              <a:buNone/>
              <a:defRPr sz="1950" b="0">
                <a:solidFill>
                  <a:srgbClr val="E7EEF5"/>
                </a:solidFill>
              </a:defRPr>
            </a:lvl3pPr>
            <a:lvl4pPr>
              <a:buNone/>
              <a:defRPr sz="1950" b="0">
                <a:solidFill>
                  <a:srgbClr val="E7EEF5"/>
                </a:solidFill>
              </a:defRPr>
            </a:lvl4pPr>
            <a:lvl5pPr>
              <a:buNone/>
              <a:defRPr sz="1950" b="0">
                <a:solidFill>
                  <a:srgbClr val="E7EEF5"/>
                </a:solidFill>
              </a:defRPr>
            </a:lvl5pPr>
            <a:lvl6pPr>
              <a:buNone/>
              <a:defRPr sz="1950" b="0">
                <a:solidFill>
                  <a:srgbClr val="E7EEF5"/>
                </a:solidFill>
              </a:defRPr>
            </a:lvl6pPr>
            <a:lvl7pPr>
              <a:buNone/>
              <a:defRPr sz="1950" b="0">
                <a:solidFill>
                  <a:srgbClr val="E7EEF5"/>
                </a:solidFill>
              </a:defRPr>
            </a:lvl7pPr>
            <a:lvl8pPr>
              <a:buNone/>
              <a:defRPr sz="1950" b="0">
                <a:solidFill>
                  <a:srgbClr val="E7EEF5"/>
                </a:solidFill>
              </a:defRPr>
            </a:lvl8pPr>
            <a:lvl9pPr>
              <a:buNone/>
              <a:defRPr sz="1950" b="0">
                <a:solidFill>
                  <a:srgbClr val="E7EEF5"/>
                </a:solidFill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E7EEF5"/>
                </a:solidFill>
              </a:defRPr>
            </a:pPr>
            <a:r>
              <a:rPr sz="1950" b="0">
                <a:solidFill>
                  <a:srgbClr val="E7EEF5"/>
                </a:solidFill>
              </a:rPr>
              <a:t>AI 模組有獨立旗標；未驗證的真模型不列為上線成果。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30BF6D-A94A-43B7-936D-8199956CB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9FB0C1"/>
                </a:solidFill>
              </a:defRPr>
            </a:defPPr>
            <a:lvl1pPr>
              <a:buNone/>
              <a:defRPr sz="1125" b="0">
                <a:solidFill>
                  <a:srgbClr val="9FB0C1"/>
                </a:solidFill>
              </a:defRPr>
            </a:lvl1pPr>
            <a:lvl2pPr>
              <a:buNone/>
              <a:defRPr sz="1125" b="0">
                <a:solidFill>
                  <a:srgbClr val="9FB0C1"/>
                </a:solidFill>
              </a:defRPr>
            </a:lvl2pPr>
            <a:lvl3pPr>
              <a:buNone/>
              <a:defRPr sz="1125" b="0">
                <a:solidFill>
                  <a:srgbClr val="9FB0C1"/>
                </a:solidFill>
              </a:defRPr>
            </a:lvl3pPr>
            <a:lvl4pPr>
              <a:buNone/>
              <a:defRPr sz="1125" b="0">
                <a:solidFill>
                  <a:srgbClr val="9FB0C1"/>
                </a:solidFill>
              </a:defRPr>
            </a:lvl4pPr>
            <a:lvl5pPr>
              <a:buNone/>
              <a:defRPr sz="1125" b="0">
                <a:solidFill>
                  <a:srgbClr val="9FB0C1"/>
                </a:solidFill>
              </a:defRPr>
            </a:lvl5pPr>
            <a:lvl6pPr>
              <a:buNone/>
              <a:defRPr sz="1125" b="0">
                <a:solidFill>
                  <a:srgbClr val="9FB0C1"/>
                </a:solidFill>
              </a:defRPr>
            </a:lvl6pPr>
            <a:lvl7pPr>
              <a:buNone/>
              <a:defRPr sz="1125" b="0">
                <a:solidFill>
                  <a:srgbClr val="9FB0C1"/>
                </a:solidFill>
              </a:defRPr>
            </a:lvl7pPr>
            <a:lvl8pPr>
              <a:buNone/>
              <a:defRPr sz="1125" b="0">
                <a:solidFill>
                  <a:srgbClr val="9FB0C1"/>
                </a:solidFill>
              </a:defRPr>
            </a:lvl8pPr>
            <a:lvl9pPr>
              <a:buNone/>
              <a:defRPr sz="1125" b="0">
                <a:solidFill>
                  <a:srgbClr val="9FB0C1"/>
                </a:solidFill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9FB0C1"/>
                </a:solidFill>
              </a:defRPr>
            </a:pPr>
            <a:r>
              <a:rPr sz="1125" b="0">
                <a:solidFill>
                  <a:srgbClr val="9FB0C1"/>
                </a:solidFill>
              </a:rPr>
              <a:t>03 / 12  •  2026-10-18  •  進度草案</a:t>
            </a:r>
          </a:p>
        </p:txBody>
      </p:sp>
    </p:spTree>
    <p:extLst>
      <p:ext uri="{BB962C8B-B14F-4D97-AF65-F5344CB8AC3E}">
        <p14:creationId xmlns:p14="http://schemas.microsoft.com/office/powerpoint/2010/main" val="14407593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281F3D-5294-4197-A999-126283E07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71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</a:defRPr>
            </a:defPPr>
            <a:lvl1pPr>
              <a:buNone/>
              <a:defRPr sz="3150" b="1">
                <a:solidFill>
                  <a:srgbClr val="FFFFFF"/>
                </a:solidFill>
              </a:defRPr>
            </a:lvl1pPr>
            <a:lvl2pPr>
              <a:buNone/>
              <a:defRPr sz="3150" b="1">
                <a:solidFill>
                  <a:srgbClr val="FFFFFF"/>
                </a:solidFill>
              </a:defRPr>
            </a:lvl2pPr>
            <a:lvl3pPr>
              <a:buNone/>
              <a:defRPr sz="3150" b="1">
                <a:solidFill>
                  <a:srgbClr val="FFFFFF"/>
                </a:solidFill>
              </a:defRPr>
            </a:lvl3pPr>
            <a:lvl4pPr>
              <a:buNone/>
              <a:defRPr sz="3150" b="1">
                <a:solidFill>
                  <a:srgbClr val="FFFFFF"/>
                </a:solidFill>
              </a:defRPr>
            </a:lvl4pPr>
            <a:lvl5pPr>
              <a:buNone/>
              <a:defRPr sz="3150" b="1">
                <a:solidFill>
                  <a:srgbClr val="FFFFFF"/>
                </a:solidFill>
              </a:defRPr>
            </a:lvl5pPr>
            <a:lvl6pPr>
              <a:buNone/>
              <a:defRPr sz="3150" b="1">
                <a:solidFill>
                  <a:srgbClr val="FFFFFF"/>
                </a:solidFill>
              </a:defRPr>
            </a:lvl6pPr>
            <a:lvl7pPr>
              <a:buNone/>
              <a:defRPr sz="3150" b="1">
                <a:solidFill>
                  <a:srgbClr val="FFFFFF"/>
                </a:solidFill>
              </a:defRPr>
            </a:lvl7pPr>
            <a:lvl8pPr>
              <a:buNone/>
              <a:defRPr sz="3150" b="1">
                <a:solidFill>
                  <a:srgbClr val="FFFFFF"/>
                </a:solidFill>
              </a:defRPr>
            </a:lvl8pPr>
            <a:lvl9pPr>
              <a:buNone/>
              <a:defRPr sz="3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資料基線與 D4 匯入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CC89BB-3774-4171-9CA6-57F9EFECA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7FDBD3"/>
                </a:solidFill>
              </a:defRPr>
            </a:defPPr>
            <a:lvl1pPr>
              <a:buNone/>
              <a:defRPr sz="1950" b="1">
                <a:solidFill>
                  <a:srgbClr val="7FDBD3"/>
                </a:solidFill>
              </a:defRPr>
            </a:lvl1pPr>
            <a:lvl2pPr>
              <a:buNone/>
              <a:defRPr sz="1950" b="1">
                <a:solidFill>
                  <a:srgbClr val="7FDBD3"/>
                </a:solidFill>
              </a:defRPr>
            </a:lvl2pPr>
            <a:lvl3pPr>
              <a:buNone/>
              <a:defRPr sz="1950" b="1">
                <a:solidFill>
                  <a:srgbClr val="7FDBD3"/>
                </a:solidFill>
              </a:defRPr>
            </a:lvl3pPr>
            <a:lvl4pPr>
              <a:buNone/>
              <a:defRPr sz="1950" b="1">
                <a:solidFill>
                  <a:srgbClr val="7FDBD3"/>
                </a:solidFill>
              </a:defRPr>
            </a:lvl4pPr>
            <a:lvl5pPr>
              <a:buNone/>
              <a:defRPr sz="1950" b="1">
                <a:solidFill>
                  <a:srgbClr val="7FDBD3"/>
                </a:solidFill>
              </a:defRPr>
            </a:lvl5pPr>
            <a:lvl6pPr>
              <a:buNone/>
              <a:defRPr sz="1950" b="1">
                <a:solidFill>
                  <a:srgbClr val="7FDBD3"/>
                </a:solidFill>
              </a:defRPr>
            </a:lvl6pPr>
            <a:lvl7pPr>
              <a:buNone/>
              <a:defRPr sz="1950" b="1">
                <a:solidFill>
                  <a:srgbClr val="7FDBD3"/>
                </a:solidFill>
              </a:defRPr>
            </a:lvl7pPr>
            <a:lvl8pPr>
              <a:buNone/>
              <a:defRPr sz="1950" b="1">
                <a:solidFill>
                  <a:srgbClr val="7FDBD3"/>
                </a:solidFill>
              </a:defRPr>
            </a:lvl8pPr>
            <a:lvl9pPr>
              <a:buNone/>
              <a:defRPr sz="1950" b="1">
                <a:solidFill>
                  <a:srgbClr val="7FDBD3"/>
                </a:solidFill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7FDBD3"/>
                </a:solidFill>
              </a:defRPr>
            </a:pPr>
            <a:r>
              <a:rPr sz="1950" b="1">
                <a:solidFill>
                  <a:srgbClr val="7FDBD3"/>
                </a:solidFill>
              </a:rPr>
              <a:t>商品 336、active SKU 336。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D59CC1-F873-4A3A-AF25-44701EDE9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E7EEF5"/>
                </a:solidFill>
              </a:defRPr>
            </a:defPPr>
            <a:lvl1pPr>
              <a:buNone/>
              <a:defRPr sz="1950" b="0">
                <a:solidFill>
                  <a:srgbClr val="E7EEF5"/>
                </a:solidFill>
              </a:defRPr>
            </a:lvl1pPr>
            <a:lvl2pPr>
              <a:buNone/>
              <a:defRPr sz="1950" b="0">
                <a:solidFill>
                  <a:srgbClr val="E7EEF5"/>
                </a:solidFill>
              </a:defRPr>
            </a:lvl2pPr>
            <a:lvl3pPr>
              <a:buNone/>
              <a:defRPr sz="1950" b="0">
                <a:solidFill>
                  <a:srgbClr val="E7EEF5"/>
                </a:solidFill>
              </a:defRPr>
            </a:lvl3pPr>
            <a:lvl4pPr>
              <a:buNone/>
              <a:defRPr sz="1950" b="0">
                <a:solidFill>
                  <a:srgbClr val="E7EEF5"/>
                </a:solidFill>
              </a:defRPr>
            </a:lvl4pPr>
            <a:lvl5pPr>
              <a:buNone/>
              <a:defRPr sz="1950" b="0">
                <a:solidFill>
                  <a:srgbClr val="E7EEF5"/>
                </a:solidFill>
              </a:defRPr>
            </a:lvl5pPr>
            <a:lvl6pPr>
              <a:buNone/>
              <a:defRPr sz="1950" b="0">
                <a:solidFill>
                  <a:srgbClr val="E7EEF5"/>
                </a:solidFill>
              </a:defRPr>
            </a:lvl6pPr>
            <a:lvl7pPr>
              <a:buNone/>
              <a:defRPr sz="1950" b="0">
                <a:solidFill>
                  <a:srgbClr val="E7EEF5"/>
                </a:solidFill>
              </a:defRPr>
            </a:lvl7pPr>
            <a:lvl8pPr>
              <a:buNone/>
              <a:defRPr sz="1950" b="0">
                <a:solidFill>
                  <a:srgbClr val="E7EEF5"/>
                </a:solidFill>
              </a:defRPr>
            </a:lvl8pPr>
            <a:lvl9pPr>
              <a:buNone/>
              <a:defRPr sz="1950" b="0">
                <a:solidFill>
                  <a:srgbClr val="E7EEF5"/>
                </a:solidFill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E7EEF5"/>
                </a:solidFill>
              </a:defRPr>
            </a:pPr>
            <a:r>
              <a:rPr sz="1950" b="0">
                <a:solidFill>
                  <a:srgbClr val="E7EEF5"/>
                </a:solidFill>
              </a:rPr>
              <a:t>D1～D3 原批次訂單 3,000、明細 8,969，另有 2 筆示範訂單。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843B46-0E48-4E2B-B6E6-C71C8B3CE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E7EEF5"/>
                </a:solidFill>
              </a:defRPr>
            </a:defPPr>
            <a:lvl1pPr>
              <a:buNone/>
              <a:defRPr sz="1950" b="0">
                <a:solidFill>
                  <a:srgbClr val="E7EEF5"/>
                </a:solidFill>
              </a:defRPr>
            </a:lvl1pPr>
            <a:lvl2pPr>
              <a:buNone/>
              <a:defRPr sz="1950" b="0">
                <a:solidFill>
                  <a:srgbClr val="E7EEF5"/>
                </a:solidFill>
              </a:defRPr>
            </a:lvl2pPr>
            <a:lvl3pPr>
              <a:buNone/>
              <a:defRPr sz="1950" b="0">
                <a:solidFill>
                  <a:srgbClr val="E7EEF5"/>
                </a:solidFill>
              </a:defRPr>
            </a:lvl3pPr>
            <a:lvl4pPr>
              <a:buNone/>
              <a:defRPr sz="1950" b="0">
                <a:solidFill>
                  <a:srgbClr val="E7EEF5"/>
                </a:solidFill>
              </a:defRPr>
            </a:lvl4pPr>
            <a:lvl5pPr>
              <a:buNone/>
              <a:defRPr sz="1950" b="0">
                <a:solidFill>
                  <a:srgbClr val="E7EEF5"/>
                </a:solidFill>
              </a:defRPr>
            </a:lvl5pPr>
            <a:lvl6pPr>
              <a:buNone/>
              <a:defRPr sz="1950" b="0">
                <a:solidFill>
                  <a:srgbClr val="E7EEF5"/>
                </a:solidFill>
              </a:defRPr>
            </a:lvl6pPr>
            <a:lvl7pPr>
              <a:buNone/>
              <a:defRPr sz="1950" b="0">
                <a:solidFill>
                  <a:srgbClr val="E7EEF5"/>
                </a:solidFill>
              </a:defRPr>
            </a:lvl7pPr>
            <a:lvl8pPr>
              <a:buNone/>
              <a:defRPr sz="1950" b="0">
                <a:solidFill>
                  <a:srgbClr val="E7EEF5"/>
                </a:solidFill>
              </a:defRPr>
            </a:lvl8pPr>
            <a:lvl9pPr>
              <a:buNone/>
              <a:defRPr sz="1950" b="0">
                <a:solidFill>
                  <a:srgbClr val="E7EEF5"/>
                </a:solidFill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E7EEF5"/>
                </a:solidFill>
              </a:defRPr>
            </a:pPr>
            <a:r>
              <a:rPr sz="1950" b="0">
                <a:solidFill>
                  <a:srgbClr val="E7EEF5"/>
                </a:solidFill>
              </a:rPr>
              <a:t>D4 四種行為事件各 310，共 1,240 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B97118-4126-45D2-91BC-53D79067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E7EEF5"/>
                </a:solidFill>
              </a:defRPr>
            </a:defPPr>
            <a:lvl1pPr>
              <a:buNone/>
              <a:defRPr sz="1950" b="0">
                <a:solidFill>
                  <a:srgbClr val="E7EEF5"/>
                </a:solidFill>
              </a:defRPr>
            </a:lvl1pPr>
            <a:lvl2pPr>
              <a:buNone/>
              <a:defRPr sz="1950" b="0">
                <a:solidFill>
                  <a:srgbClr val="E7EEF5"/>
                </a:solidFill>
              </a:defRPr>
            </a:lvl2pPr>
            <a:lvl3pPr>
              <a:buNone/>
              <a:defRPr sz="1950" b="0">
                <a:solidFill>
                  <a:srgbClr val="E7EEF5"/>
                </a:solidFill>
              </a:defRPr>
            </a:lvl3pPr>
            <a:lvl4pPr>
              <a:buNone/>
              <a:defRPr sz="1950" b="0">
                <a:solidFill>
                  <a:srgbClr val="E7EEF5"/>
                </a:solidFill>
              </a:defRPr>
            </a:lvl4pPr>
            <a:lvl5pPr>
              <a:buNone/>
              <a:defRPr sz="1950" b="0">
                <a:solidFill>
                  <a:srgbClr val="E7EEF5"/>
                </a:solidFill>
              </a:defRPr>
            </a:lvl5pPr>
            <a:lvl6pPr>
              <a:buNone/>
              <a:defRPr sz="1950" b="0">
                <a:solidFill>
                  <a:srgbClr val="E7EEF5"/>
                </a:solidFill>
              </a:defRPr>
            </a:lvl6pPr>
            <a:lvl7pPr>
              <a:buNone/>
              <a:defRPr sz="1950" b="0">
                <a:solidFill>
                  <a:srgbClr val="E7EEF5"/>
                </a:solidFill>
              </a:defRPr>
            </a:lvl7pPr>
            <a:lvl8pPr>
              <a:buNone/>
              <a:defRPr sz="1950" b="0">
                <a:solidFill>
                  <a:srgbClr val="E7EEF5"/>
                </a:solidFill>
              </a:defRPr>
            </a:lvl8pPr>
            <a:lvl9pPr>
              <a:buNone/>
              <a:defRPr sz="1950" b="0">
                <a:solidFill>
                  <a:srgbClr val="E7EEF5"/>
                </a:solidFill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E7EEF5"/>
                </a:solidFill>
              </a:defRPr>
            </a:pPr>
            <a:r>
              <a:rPr sz="1950" b="0">
                <a:solidFill>
                  <a:srgbClr val="E7EEF5"/>
                </a:solidFill>
              </a:rPr>
              <a:t>verify 缺漏 0；同批次重送新增 0。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6A9820-A8BC-434D-A2B7-D92D0587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9FB0C1"/>
                </a:solidFill>
              </a:defRPr>
            </a:defPPr>
            <a:lvl1pPr>
              <a:buNone/>
              <a:defRPr sz="1125" b="0">
                <a:solidFill>
                  <a:srgbClr val="9FB0C1"/>
                </a:solidFill>
              </a:defRPr>
            </a:lvl1pPr>
            <a:lvl2pPr>
              <a:buNone/>
              <a:defRPr sz="1125" b="0">
                <a:solidFill>
                  <a:srgbClr val="9FB0C1"/>
                </a:solidFill>
              </a:defRPr>
            </a:lvl2pPr>
            <a:lvl3pPr>
              <a:buNone/>
              <a:defRPr sz="1125" b="0">
                <a:solidFill>
                  <a:srgbClr val="9FB0C1"/>
                </a:solidFill>
              </a:defRPr>
            </a:lvl3pPr>
            <a:lvl4pPr>
              <a:buNone/>
              <a:defRPr sz="1125" b="0">
                <a:solidFill>
                  <a:srgbClr val="9FB0C1"/>
                </a:solidFill>
              </a:defRPr>
            </a:lvl4pPr>
            <a:lvl5pPr>
              <a:buNone/>
              <a:defRPr sz="1125" b="0">
                <a:solidFill>
                  <a:srgbClr val="9FB0C1"/>
                </a:solidFill>
              </a:defRPr>
            </a:lvl5pPr>
            <a:lvl6pPr>
              <a:buNone/>
              <a:defRPr sz="1125" b="0">
                <a:solidFill>
                  <a:srgbClr val="9FB0C1"/>
                </a:solidFill>
              </a:defRPr>
            </a:lvl6pPr>
            <a:lvl7pPr>
              <a:buNone/>
              <a:defRPr sz="1125" b="0">
                <a:solidFill>
                  <a:srgbClr val="9FB0C1"/>
                </a:solidFill>
              </a:defRPr>
            </a:lvl7pPr>
            <a:lvl8pPr>
              <a:buNone/>
              <a:defRPr sz="1125" b="0">
                <a:solidFill>
                  <a:srgbClr val="9FB0C1"/>
                </a:solidFill>
              </a:defRPr>
            </a:lvl8pPr>
            <a:lvl9pPr>
              <a:buNone/>
              <a:defRPr sz="1125" b="0">
                <a:solidFill>
                  <a:srgbClr val="9FB0C1"/>
                </a:solidFill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9FB0C1"/>
                </a:solidFill>
              </a:defRPr>
            </a:pPr>
            <a:r>
              <a:rPr sz="1125" b="0">
                <a:solidFill>
                  <a:srgbClr val="9FB0C1"/>
                </a:solidFill>
              </a:rPr>
              <a:t>04 / 12  •  2026-10-18  •  進度草案</a:t>
            </a:r>
          </a:p>
        </p:txBody>
      </p:sp>
    </p:spTree>
    <p:extLst>
      <p:ext uri="{BB962C8B-B14F-4D97-AF65-F5344CB8AC3E}">
        <p14:creationId xmlns:p14="http://schemas.microsoft.com/office/powerpoint/2010/main" val="4173763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B7F89E-F827-4CE5-B2B2-990215CA8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71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</a:defRPr>
            </a:defPPr>
            <a:lvl1pPr>
              <a:buNone/>
              <a:defRPr sz="3150" b="1">
                <a:solidFill>
                  <a:srgbClr val="FFFFFF"/>
                </a:solidFill>
              </a:defRPr>
            </a:lvl1pPr>
            <a:lvl2pPr>
              <a:buNone/>
              <a:defRPr sz="3150" b="1">
                <a:solidFill>
                  <a:srgbClr val="FFFFFF"/>
                </a:solidFill>
              </a:defRPr>
            </a:lvl2pPr>
            <a:lvl3pPr>
              <a:buNone/>
              <a:defRPr sz="3150" b="1">
                <a:solidFill>
                  <a:srgbClr val="FFFFFF"/>
                </a:solidFill>
              </a:defRPr>
            </a:lvl3pPr>
            <a:lvl4pPr>
              <a:buNone/>
              <a:defRPr sz="3150" b="1">
                <a:solidFill>
                  <a:srgbClr val="FFFFFF"/>
                </a:solidFill>
              </a:defRPr>
            </a:lvl4pPr>
            <a:lvl5pPr>
              <a:buNone/>
              <a:defRPr sz="3150" b="1">
                <a:solidFill>
                  <a:srgbClr val="FFFFFF"/>
                </a:solidFill>
              </a:defRPr>
            </a:lvl5pPr>
            <a:lvl6pPr>
              <a:buNone/>
              <a:defRPr sz="3150" b="1">
                <a:solidFill>
                  <a:srgbClr val="FFFFFF"/>
                </a:solidFill>
              </a:defRPr>
            </a:lvl6pPr>
            <a:lvl7pPr>
              <a:buNone/>
              <a:defRPr sz="3150" b="1">
                <a:solidFill>
                  <a:srgbClr val="FFFFFF"/>
                </a:solidFill>
              </a:defRPr>
            </a:lvl7pPr>
            <a:lvl8pPr>
              <a:buNone/>
              <a:defRPr sz="3150" b="1">
                <a:solidFill>
                  <a:srgbClr val="FFFFFF"/>
                </a:solidFill>
              </a:defRPr>
            </a:lvl8pPr>
            <a:lvl9pPr>
              <a:buNone/>
              <a:defRPr sz="3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商品清單與搜尋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E87911-CFC8-4167-AD9E-823F7956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4762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7FDBD3"/>
                </a:solidFill>
              </a:defRPr>
            </a:defPPr>
            <a:lvl1pPr>
              <a:buNone/>
              <a:defRPr sz="1950" b="1">
                <a:solidFill>
                  <a:srgbClr val="7FDBD3"/>
                </a:solidFill>
              </a:defRPr>
            </a:lvl1pPr>
            <a:lvl2pPr>
              <a:buNone/>
              <a:defRPr sz="1950" b="1">
                <a:solidFill>
                  <a:srgbClr val="7FDBD3"/>
                </a:solidFill>
              </a:defRPr>
            </a:lvl2pPr>
            <a:lvl3pPr>
              <a:buNone/>
              <a:defRPr sz="1950" b="1">
                <a:solidFill>
                  <a:srgbClr val="7FDBD3"/>
                </a:solidFill>
              </a:defRPr>
            </a:lvl3pPr>
            <a:lvl4pPr>
              <a:buNone/>
              <a:defRPr sz="1950" b="1">
                <a:solidFill>
                  <a:srgbClr val="7FDBD3"/>
                </a:solidFill>
              </a:defRPr>
            </a:lvl4pPr>
            <a:lvl5pPr>
              <a:buNone/>
              <a:defRPr sz="1950" b="1">
                <a:solidFill>
                  <a:srgbClr val="7FDBD3"/>
                </a:solidFill>
              </a:defRPr>
            </a:lvl5pPr>
            <a:lvl6pPr>
              <a:buNone/>
              <a:defRPr sz="1950" b="1">
                <a:solidFill>
                  <a:srgbClr val="7FDBD3"/>
                </a:solidFill>
              </a:defRPr>
            </a:lvl6pPr>
            <a:lvl7pPr>
              <a:buNone/>
              <a:defRPr sz="1950" b="1">
                <a:solidFill>
                  <a:srgbClr val="7FDBD3"/>
                </a:solidFill>
              </a:defRPr>
            </a:lvl7pPr>
            <a:lvl8pPr>
              <a:buNone/>
              <a:defRPr sz="1950" b="1">
                <a:solidFill>
                  <a:srgbClr val="7FDBD3"/>
                </a:solidFill>
              </a:defRPr>
            </a:lvl8pPr>
            <a:lvl9pPr>
              <a:buNone/>
              <a:defRPr sz="1950" b="1">
                <a:solidFill>
                  <a:srgbClr val="7FDBD3"/>
                </a:solidFill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7FDBD3"/>
                </a:solidFill>
              </a:defRPr>
            </a:pPr>
            <a:r>
              <a:rPr sz="1950" b="1">
                <a:solidFill>
                  <a:srgbClr val="7FDBD3"/>
                </a:solidFill>
              </a:rPr>
              <a:t>公開清單顯示 336 件、14 頁。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3FE3CE-E007-4301-8E98-B1A8BBB3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4762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E7EEF5"/>
                </a:solidFill>
              </a:defRPr>
            </a:defPPr>
            <a:lvl1pPr>
              <a:buNone/>
              <a:defRPr sz="1950" b="0">
                <a:solidFill>
                  <a:srgbClr val="E7EEF5"/>
                </a:solidFill>
              </a:defRPr>
            </a:lvl1pPr>
            <a:lvl2pPr>
              <a:buNone/>
              <a:defRPr sz="1950" b="0">
                <a:solidFill>
                  <a:srgbClr val="E7EEF5"/>
                </a:solidFill>
              </a:defRPr>
            </a:lvl2pPr>
            <a:lvl3pPr>
              <a:buNone/>
              <a:defRPr sz="1950" b="0">
                <a:solidFill>
                  <a:srgbClr val="E7EEF5"/>
                </a:solidFill>
              </a:defRPr>
            </a:lvl3pPr>
            <a:lvl4pPr>
              <a:buNone/>
              <a:defRPr sz="1950" b="0">
                <a:solidFill>
                  <a:srgbClr val="E7EEF5"/>
                </a:solidFill>
              </a:defRPr>
            </a:lvl4pPr>
            <a:lvl5pPr>
              <a:buNone/>
              <a:defRPr sz="1950" b="0">
                <a:solidFill>
                  <a:srgbClr val="E7EEF5"/>
                </a:solidFill>
              </a:defRPr>
            </a:lvl5pPr>
            <a:lvl6pPr>
              <a:buNone/>
              <a:defRPr sz="1950" b="0">
                <a:solidFill>
                  <a:srgbClr val="E7EEF5"/>
                </a:solidFill>
              </a:defRPr>
            </a:lvl6pPr>
            <a:lvl7pPr>
              <a:buNone/>
              <a:defRPr sz="1950" b="0">
                <a:solidFill>
                  <a:srgbClr val="E7EEF5"/>
                </a:solidFill>
              </a:defRPr>
            </a:lvl7pPr>
            <a:lvl8pPr>
              <a:buNone/>
              <a:defRPr sz="1950" b="0">
                <a:solidFill>
                  <a:srgbClr val="E7EEF5"/>
                </a:solidFill>
              </a:defRPr>
            </a:lvl8pPr>
            <a:lvl9pPr>
              <a:buNone/>
              <a:defRPr sz="1950" b="0">
                <a:solidFill>
                  <a:srgbClr val="E7EEF5"/>
                </a:solidFill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E7EEF5"/>
                </a:solidFill>
              </a:defRPr>
            </a:pPr>
            <a:r>
              <a:rPr sz="1950" b="0">
                <a:solidFill>
                  <a:srgbClr val="E7EEF5"/>
                </a:solidFill>
              </a:rPr>
              <a:t>已留桌面搜尋與分類畫面；商品／SKU 價格庫存曾與 Atlas 唯讀對帳，所測差異 0。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15AA98-80D4-4973-90B4-540456AB0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4762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E7EEF5"/>
                </a:solidFill>
              </a:defRPr>
            </a:defPPr>
            <a:lvl1pPr>
              <a:buNone/>
              <a:defRPr sz="1950" b="0">
                <a:solidFill>
                  <a:srgbClr val="E7EEF5"/>
                </a:solidFill>
              </a:defRPr>
            </a:lvl1pPr>
            <a:lvl2pPr>
              <a:buNone/>
              <a:defRPr sz="1950" b="0">
                <a:solidFill>
                  <a:srgbClr val="E7EEF5"/>
                </a:solidFill>
              </a:defRPr>
            </a:lvl2pPr>
            <a:lvl3pPr>
              <a:buNone/>
              <a:defRPr sz="1950" b="0">
                <a:solidFill>
                  <a:srgbClr val="E7EEF5"/>
                </a:solidFill>
              </a:defRPr>
            </a:lvl3pPr>
            <a:lvl4pPr>
              <a:buNone/>
              <a:defRPr sz="1950" b="0">
                <a:solidFill>
                  <a:srgbClr val="E7EEF5"/>
                </a:solidFill>
              </a:defRPr>
            </a:lvl4pPr>
            <a:lvl5pPr>
              <a:buNone/>
              <a:defRPr sz="1950" b="0">
                <a:solidFill>
                  <a:srgbClr val="E7EEF5"/>
                </a:solidFill>
              </a:defRPr>
            </a:lvl5pPr>
            <a:lvl6pPr>
              <a:buNone/>
              <a:defRPr sz="1950" b="0">
                <a:solidFill>
                  <a:srgbClr val="E7EEF5"/>
                </a:solidFill>
              </a:defRPr>
            </a:lvl6pPr>
            <a:lvl7pPr>
              <a:buNone/>
              <a:defRPr sz="1950" b="0">
                <a:solidFill>
                  <a:srgbClr val="E7EEF5"/>
                </a:solidFill>
              </a:defRPr>
            </a:lvl7pPr>
            <a:lvl8pPr>
              <a:buNone/>
              <a:defRPr sz="1950" b="0">
                <a:solidFill>
                  <a:srgbClr val="E7EEF5"/>
                </a:solidFill>
              </a:defRPr>
            </a:lvl8pPr>
            <a:lvl9pPr>
              <a:buNone/>
              <a:defRPr sz="1950" b="0">
                <a:solidFill>
                  <a:srgbClr val="E7EEF5"/>
                </a:solidFill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E7EEF5"/>
                </a:solidFill>
              </a:defRPr>
            </a:pPr>
            <a:r>
              <a:rPr sz="1950" b="0">
                <a:solidFill>
                  <a:srgbClr val="E7EEF5"/>
                </a:solidFill>
              </a:rPr>
              <a:t>正式具名畫面簽收與手機實機仍待補。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8172EA-BC8B-4A49-8DCA-B77B4F522F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dc9b1fed62473c"/>
          <a:stretch xmlns:a="http://schemas.openxmlformats.org/drawingml/2006/main"/>
        </p:blipFill>
        <p:spPr>
          <a:xfrm xmlns:a="http://schemas.openxmlformats.org/drawingml/2006/main">
            <a:off x="5857875" y="1991666"/>
            <a:ext cx="5572125" cy="3131843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3B69E6-3892-47CB-A7CB-5D7E57195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9FB0C1"/>
                </a:solidFill>
              </a:defRPr>
            </a:defPPr>
            <a:lvl1pPr>
              <a:buNone/>
              <a:defRPr sz="1125" b="0">
                <a:solidFill>
                  <a:srgbClr val="9FB0C1"/>
                </a:solidFill>
              </a:defRPr>
            </a:lvl1pPr>
            <a:lvl2pPr>
              <a:buNone/>
              <a:defRPr sz="1125" b="0">
                <a:solidFill>
                  <a:srgbClr val="9FB0C1"/>
                </a:solidFill>
              </a:defRPr>
            </a:lvl2pPr>
            <a:lvl3pPr>
              <a:buNone/>
              <a:defRPr sz="1125" b="0">
                <a:solidFill>
                  <a:srgbClr val="9FB0C1"/>
                </a:solidFill>
              </a:defRPr>
            </a:lvl3pPr>
            <a:lvl4pPr>
              <a:buNone/>
              <a:defRPr sz="1125" b="0">
                <a:solidFill>
                  <a:srgbClr val="9FB0C1"/>
                </a:solidFill>
              </a:defRPr>
            </a:lvl4pPr>
            <a:lvl5pPr>
              <a:buNone/>
              <a:defRPr sz="1125" b="0">
                <a:solidFill>
                  <a:srgbClr val="9FB0C1"/>
                </a:solidFill>
              </a:defRPr>
            </a:lvl5pPr>
            <a:lvl6pPr>
              <a:buNone/>
              <a:defRPr sz="1125" b="0">
                <a:solidFill>
                  <a:srgbClr val="9FB0C1"/>
                </a:solidFill>
              </a:defRPr>
            </a:lvl6pPr>
            <a:lvl7pPr>
              <a:buNone/>
              <a:defRPr sz="1125" b="0">
                <a:solidFill>
                  <a:srgbClr val="9FB0C1"/>
                </a:solidFill>
              </a:defRPr>
            </a:lvl7pPr>
            <a:lvl8pPr>
              <a:buNone/>
              <a:defRPr sz="1125" b="0">
                <a:solidFill>
                  <a:srgbClr val="9FB0C1"/>
                </a:solidFill>
              </a:defRPr>
            </a:lvl8pPr>
            <a:lvl9pPr>
              <a:buNone/>
              <a:defRPr sz="1125" b="0">
                <a:solidFill>
                  <a:srgbClr val="9FB0C1"/>
                </a:solidFill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9FB0C1"/>
                </a:solidFill>
              </a:defRPr>
            </a:pPr>
            <a:r>
              <a:rPr sz="1125" b="0">
                <a:solidFill>
                  <a:srgbClr val="9FB0C1"/>
                </a:solidFill>
              </a:rPr>
              <a:t>05 / 12  •  2026-10-18  •  進度草案</a:t>
            </a:r>
          </a:p>
        </p:txBody>
      </p:sp>
    </p:spTree>
    <p:extLst>
      <p:ext uri="{BB962C8B-B14F-4D97-AF65-F5344CB8AC3E}">
        <p14:creationId xmlns:p14="http://schemas.microsoft.com/office/powerpoint/2010/main" val="8954657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4C2DED-B7FC-41D4-8743-301A9AF88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71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</a:defRPr>
            </a:defPPr>
            <a:lvl1pPr>
              <a:buNone/>
              <a:defRPr sz="3150" b="1">
                <a:solidFill>
                  <a:srgbClr val="FFFFFF"/>
                </a:solidFill>
              </a:defRPr>
            </a:lvl1pPr>
            <a:lvl2pPr>
              <a:buNone/>
              <a:defRPr sz="3150" b="1">
                <a:solidFill>
                  <a:srgbClr val="FFFFFF"/>
                </a:solidFill>
              </a:defRPr>
            </a:lvl2pPr>
            <a:lvl3pPr>
              <a:buNone/>
              <a:defRPr sz="3150" b="1">
                <a:solidFill>
                  <a:srgbClr val="FFFFFF"/>
                </a:solidFill>
              </a:defRPr>
            </a:lvl3pPr>
            <a:lvl4pPr>
              <a:buNone/>
              <a:defRPr sz="3150" b="1">
                <a:solidFill>
                  <a:srgbClr val="FFFFFF"/>
                </a:solidFill>
              </a:defRPr>
            </a:lvl4pPr>
            <a:lvl5pPr>
              <a:buNone/>
              <a:defRPr sz="3150" b="1">
                <a:solidFill>
                  <a:srgbClr val="FFFFFF"/>
                </a:solidFill>
              </a:defRPr>
            </a:lvl5pPr>
            <a:lvl6pPr>
              <a:buNone/>
              <a:defRPr sz="3150" b="1">
                <a:solidFill>
                  <a:srgbClr val="FFFFFF"/>
                </a:solidFill>
              </a:defRPr>
            </a:lvl6pPr>
            <a:lvl7pPr>
              <a:buNone/>
              <a:defRPr sz="3150" b="1">
                <a:solidFill>
                  <a:srgbClr val="FFFFFF"/>
                </a:solidFill>
              </a:defRPr>
            </a:lvl7pPr>
            <a:lvl8pPr>
              <a:buNone/>
              <a:defRPr sz="3150" b="1">
                <a:solidFill>
                  <a:srgbClr val="FFFFFF"/>
                </a:solidFill>
              </a:defRPr>
            </a:lvl8pPr>
            <a:lvl9pPr>
              <a:buNone/>
              <a:defRPr sz="3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單品與 SKU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B014C2-EF1C-4F22-B41A-C5DD3F2EB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4762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7FDBD3"/>
                </a:solidFill>
              </a:defRPr>
            </a:defPPr>
            <a:lvl1pPr>
              <a:buNone/>
              <a:defRPr sz="1950" b="1">
                <a:solidFill>
                  <a:srgbClr val="7FDBD3"/>
                </a:solidFill>
              </a:defRPr>
            </a:lvl1pPr>
            <a:lvl2pPr>
              <a:buNone/>
              <a:defRPr sz="1950" b="1">
                <a:solidFill>
                  <a:srgbClr val="7FDBD3"/>
                </a:solidFill>
              </a:defRPr>
            </a:lvl2pPr>
            <a:lvl3pPr>
              <a:buNone/>
              <a:defRPr sz="1950" b="1">
                <a:solidFill>
                  <a:srgbClr val="7FDBD3"/>
                </a:solidFill>
              </a:defRPr>
            </a:lvl3pPr>
            <a:lvl4pPr>
              <a:buNone/>
              <a:defRPr sz="1950" b="1">
                <a:solidFill>
                  <a:srgbClr val="7FDBD3"/>
                </a:solidFill>
              </a:defRPr>
            </a:lvl4pPr>
            <a:lvl5pPr>
              <a:buNone/>
              <a:defRPr sz="1950" b="1">
                <a:solidFill>
                  <a:srgbClr val="7FDBD3"/>
                </a:solidFill>
              </a:defRPr>
            </a:lvl5pPr>
            <a:lvl6pPr>
              <a:buNone/>
              <a:defRPr sz="1950" b="1">
                <a:solidFill>
                  <a:srgbClr val="7FDBD3"/>
                </a:solidFill>
              </a:defRPr>
            </a:lvl6pPr>
            <a:lvl7pPr>
              <a:buNone/>
              <a:defRPr sz="1950" b="1">
                <a:solidFill>
                  <a:srgbClr val="7FDBD3"/>
                </a:solidFill>
              </a:defRPr>
            </a:lvl7pPr>
            <a:lvl8pPr>
              <a:buNone/>
              <a:defRPr sz="1950" b="1">
                <a:solidFill>
                  <a:srgbClr val="7FDBD3"/>
                </a:solidFill>
              </a:defRPr>
            </a:lvl8pPr>
            <a:lvl9pPr>
              <a:buNone/>
              <a:defRPr sz="1950" b="1">
                <a:solidFill>
                  <a:srgbClr val="7FDBD3"/>
                </a:solidFill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7FDBD3"/>
                </a:solidFill>
              </a:defRPr>
            </a:pPr>
            <a:r>
              <a:rPr sz="1950" b="1">
                <a:solidFill>
                  <a:srgbClr val="7FDBD3"/>
                </a:solidFill>
              </a:rPr>
              <a:t>單品畫面已留瀏覽器原始截圖。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B1AC20-7E7E-4B73-B8B0-5A037764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4762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E7EEF5"/>
                </a:solidFill>
              </a:defRPr>
            </a:defPPr>
            <a:lvl1pPr>
              <a:buNone/>
              <a:defRPr sz="1950" b="0">
                <a:solidFill>
                  <a:srgbClr val="E7EEF5"/>
                </a:solidFill>
              </a:defRPr>
            </a:lvl1pPr>
            <a:lvl2pPr>
              <a:buNone/>
              <a:defRPr sz="1950" b="0">
                <a:solidFill>
                  <a:srgbClr val="E7EEF5"/>
                </a:solidFill>
              </a:defRPr>
            </a:lvl2pPr>
            <a:lvl3pPr>
              <a:buNone/>
              <a:defRPr sz="1950" b="0">
                <a:solidFill>
                  <a:srgbClr val="E7EEF5"/>
                </a:solidFill>
              </a:defRPr>
            </a:lvl3pPr>
            <a:lvl4pPr>
              <a:buNone/>
              <a:defRPr sz="1950" b="0">
                <a:solidFill>
                  <a:srgbClr val="E7EEF5"/>
                </a:solidFill>
              </a:defRPr>
            </a:lvl4pPr>
            <a:lvl5pPr>
              <a:buNone/>
              <a:defRPr sz="1950" b="0">
                <a:solidFill>
                  <a:srgbClr val="E7EEF5"/>
                </a:solidFill>
              </a:defRPr>
            </a:lvl5pPr>
            <a:lvl6pPr>
              <a:buNone/>
              <a:defRPr sz="1950" b="0">
                <a:solidFill>
                  <a:srgbClr val="E7EEF5"/>
                </a:solidFill>
              </a:defRPr>
            </a:lvl6pPr>
            <a:lvl7pPr>
              <a:buNone/>
              <a:defRPr sz="1950" b="0">
                <a:solidFill>
                  <a:srgbClr val="E7EEF5"/>
                </a:solidFill>
              </a:defRPr>
            </a:lvl7pPr>
            <a:lvl8pPr>
              <a:buNone/>
              <a:defRPr sz="1950" b="0">
                <a:solidFill>
                  <a:srgbClr val="E7EEF5"/>
                </a:solidFill>
              </a:defRPr>
            </a:lvl8pPr>
            <a:lvl9pPr>
              <a:buNone/>
              <a:defRPr sz="1950" b="0">
                <a:solidFill>
                  <a:srgbClr val="E7EEF5"/>
                </a:solidFill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E7EEF5"/>
                </a:solidFill>
              </a:defRPr>
            </a:pPr>
            <a:r>
              <a:rPr sz="1950" b="0">
                <a:solidFill>
                  <a:srgbClr val="E7EEF5"/>
                </a:solidFill>
              </a:rPr>
              <a:t>SKU 價格與庫存由資料層核對。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999B96-1C29-41B4-B40A-503301AB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4762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E7EEF5"/>
                </a:solidFill>
              </a:defRPr>
            </a:defPPr>
            <a:lvl1pPr>
              <a:buNone/>
              <a:defRPr sz="1950" b="0">
                <a:solidFill>
                  <a:srgbClr val="E7EEF5"/>
                </a:solidFill>
              </a:defRPr>
            </a:lvl1pPr>
            <a:lvl2pPr>
              <a:buNone/>
              <a:defRPr sz="1950" b="0">
                <a:solidFill>
                  <a:srgbClr val="E7EEF5"/>
                </a:solidFill>
              </a:defRPr>
            </a:lvl2pPr>
            <a:lvl3pPr>
              <a:buNone/>
              <a:defRPr sz="1950" b="0">
                <a:solidFill>
                  <a:srgbClr val="E7EEF5"/>
                </a:solidFill>
              </a:defRPr>
            </a:lvl3pPr>
            <a:lvl4pPr>
              <a:buNone/>
              <a:defRPr sz="1950" b="0">
                <a:solidFill>
                  <a:srgbClr val="E7EEF5"/>
                </a:solidFill>
              </a:defRPr>
            </a:lvl4pPr>
            <a:lvl5pPr>
              <a:buNone/>
              <a:defRPr sz="1950" b="0">
                <a:solidFill>
                  <a:srgbClr val="E7EEF5"/>
                </a:solidFill>
              </a:defRPr>
            </a:lvl5pPr>
            <a:lvl6pPr>
              <a:buNone/>
              <a:defRPr sz="1950" b="0">
                <a:solidFill>
                  <a:srgbClr val="E7EEF5"/>
                </a:solidFill>
              </a:defRPr>
            </a:lvl6pPr>
            <a:lvl7pPr>
              <a:buNone/>
              <a:defRPr sz="1950" b="0">
                <a:solidFill>
                  <a:srgbClr val="E7EEF5"/>
                </a:solidFill>
              </a:defRPr>
            </a:lvl7pPr>
            <a:lvl8pPr>
              <a:buNone/>
              <a:defRPr sz="1950" b="0">
                <a:solidFill>
                  <a:srgbClr val="E7EEF5"/>
                </a:solidFill>
              </a:defRPr>
            </a:lvl8pPr>
            <a:lvl9pPr>
              <a:buNone/>
              <a:defRPr sz="1950" b="0">
                <a:solidFill>
                  <a:srgbClr val="E7EEF5"/>
                </a:solidFill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E7EEF5"/>
                </a:solidFill>
              </a:defRPr>
            </a:pPr>
            <a:r>
              <a:rPr sz="1950" b="0">
                <a:solidFill>
                  <a:srgbClr val="E7EEF5"/>
                </a:solidFill>
              </a:rPr>
              <a:t>S03 尚需對交付版 revision、手機畫面與具名簽認。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2F92FE-0F4E-49B3-81EC-559E379225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dc2d69da874e5f"/>
          <a:stretch xmlns:a="http://schemas.openxmlformats.org/drawingml/2006/main"/>
        </p:blipFill>
        <p:spPr>
          <a:xfrm xmlns:a="http://schemas.openxmlformats.org/drawingml/2006/main">
            <a:off x="5857875" y="2064149"/>
            <a:ext cx="5572125" cy="2986877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F3C716-07FE-4848-B87E-6713D07D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9FB0C1"/>
                </a:solidFill>
              </a:defRPr>
            </a:defPPr>
            <a:lvl1pPr>
              <a:buNone/>
              <a:defRPr sz="1125" b="0">
                <a:solidFill>
                  <a:srgbClr val="9FB0C1"/>
                </a:solidFill>
              </a:defRPr>
            </a:lvl1pPr>
            <a:lvl2pPr>
              <a:buNone/>
              <a:defRPr sz="1125" b="0">
                <a:solidFill>
                  <a:srgbClr val="9FB0C1"/>
                </a:solidFill>
              </a:defRPr>
            </a:lvl2pPr>
            <a:lvl3pPr>
              <a:buNone/>
              <a:defRPr sz="1125" b="0">
                <a:solidFill>
                  <a:srgbClr val="9FB0C1"/>
                </a:solidFill>
              </a:defRPr>
            </a:lvl3pPr>
            <a:lvl4pPr>
              <a:buNone/>
              <a:defRPr sz="1125" b="0">
                <a:solidFill>
                  <a:srgbClr val="9FB0C1"/>
                </a:solidFill>
              </a:defRPr>
            </a:lvl4pPr>
            <a:lvl5pPr>
              <a:buNone/>
              <a:defRPr sz="1125" b="0">
                <a:solidFill>
                  <a:srgbClr val="9FB0C1"/>
                </a:solidFill>
              </a:defRPr>
            </a:lvl5pPr>
            <a:lvl6pPr>
              <a:buNone/>
              <a:defRPr sz="1125" b="0">
                <a:solidFill>
                  <a:srgbClr val="9FB0C1"/>
                </a:solidFill>
              </a:defRPr>
            </a:lvl6pPr>
            <a:lvl7pPr>
              <a:buNone/>
              <a:defRPr sz="1125" b="0">
                <a:solidFill>
                  <a:srgbClr val="9FB0C1"/>
                </a:solidFill>
              </a:defRPr>
            </a:lvl7pPr>
            <a:lvl8pPr>
              <a:buNone/>
              <a:defRPr sz="1125" b="0">
                <a:solidFill>
                  <a:srgbClr val="9FB0C1"/>
                </a:solidFill>
              </a:defRPr>
            </a:lvl8pPr>
            <a:lvl9pPr>
              <a:buNone/>
              <a:defRPr sz="1125" b="0">
                <a:solidFill>
                  <a:srgbClr val="9FB0C1"/>
                </a:solidFill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9FB0C1"/>
                </a:solidFill>
              </a:defRPr>
            </a:pPr>
            <a:r>
              <a:rPr sz="1125" b="0">
                <a:solidFill>
                  <a:srgbClr val="9FB0C1"/>
                </a:solidFill>
              </a:rPr>
              <a:t>06 / 12  •  2026-10-18  •  進度草案</a:t>
            </a:r>
          </a:p>
        </p:txBody>
      </p:sp>
    </p:spTree>
    <p:extLst>
      <p:ext uri="{BB962C8B-B14F-4D97-AF65-F5344CB8AC3E}">
        <p14:creationId xmlns:p14="http://schemas.microsoft.com/office/powerpoint/2010/main" val="21140924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627419-AC7F-4ED2-A12D-42DB2B2F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71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</a:defRPr>
            </a:defPPr>
            <a:lvl1pPr>
              <a:buNone/>
              <a:defRPr sz="3150" b="1">
                <a:solidFill>
                  <a:srgbClr val="FFFFFF"/>
                </a:solidFill>
              </a:defRPr>
            </a:lvl1pPr>
            <a:lvl2pPr>
              <a:buNone/>
              <a:defRPr sz="3150" b="1">
                <a:solidFill>
                  <a:srgbClr val="FFFFFF"/>
                </a:solidFill>
              </a:defRPr>
            </a:lvl2pPr>
            <a:lvl3pPr>
              <a:buNone/>
              <a:defRPr sz="3150" b="1">
                <a:solidFill>
                  <a:srgbClr val="FFFFFF"/>
                </a:solidFill>
              </a:defRPr>
            </a:lvl3pPr>
            <a:lvl4pPr>
              <a:buNone/>
              <a:defRPr sz="3150" b="1">
                <a:solidFill>
                  <a:srgbClr val="FFFFFF"/>
                </a:solidFill>
              </a:defRPr>
            </a:lvl4pPr>
            <a:lvl5pPr>
              <a:buNone/>
              <a:defRPr sz="3150" b="1">
                <a:solidFill>
                  <a:srgbClr val="FFFFFF"/>
                </a:solidFill>
              </a:defRPr>
            </a:lvl5pPr>
            <a:lvl6pPr>
              <a:buNone/>
              <a:defRPr sz="3150" b="1">
                <a:solidFill>
                  <a:srgbClr val="FFFFFF"/>
                </a:solidFill>
              </a:defRPr>
            </a:lvl6pPr>
            <a:lvl7pPr>
              <a:buNone/>
              <a:defRPr sz="3150" b="1">
                <a:solidFill>
                  <a:srgbClr val="FFFFFF"/>
                </a:solidFill>
              </a:defRPr>
            </a:lvl7pPr>
            <a:lvl8pPr>
              <a:buNone/>
              <a:defRPr sz="3150" b="1">
                <a:solidFill>
                  <a:srgbClr val="FFFFFF"/>
                </a:solidFill>
              </a:defRPr>
            </a:lvl8pPr>
            <a:lvl9pPr>
              <a:buNone/>
              <a:defRPr sz="3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會員與結帳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5CEEB6-08AF-4442-B9FA-2B067B7A6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4762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7FDBD3"/>
                </a:solidFill>
              </a:defRPr>
            </a:defPPr>
            <a:lvl1pPr>
              <a:buNone/>
              <a:defRPr sz="1950" b="1">
                <a:solidFill>
                  <a:srgbClr val="7FDBD3"/>
                </a:solidFill>
              </a:defRPr>
            </a:lvl1pPr>
            <a:lvl2pPr>
              <a:buNone/>
              <a:defRPr sz="1950" b="1">
                <a:solidFill>
                  <a:srgbClr val="7FDBD3"/>
                </a:solidFill>
              </a:defRPr>
            </a:lvl2pPr>
            <a:lvl3pPr>
              <a:buNone/>
              <a:defRPr sz="1950" b="1">
                <a:solidFill>
                  <a:srgbClr val="7FDBD3"/>
                </a:solidFill>
              </a:defRPr>
            </a:lvl3pPr>
            <a:lvl4pPr>
              <a:buNone/>
              <a:defRPr sz="1950" b="1">
                <a:solidFill>
                  <a:srgbClr val="7FDBD3"/>
                </a:solidFill>
              </a:defRPr>
            </a:lvl4pPr>
            <a:lvl5pPr>
              <a:buNone/>
              <a:defRPr sz="1950" b="1">
                <a:solidFill>
                  <a:srgbClr val="7FDBD3"/>
                </a:solidFill>
              </a:defRPr>
            </a:lvl5pPr>
            <a:lvl6pPr>
              <a:buNone/>
              <a:defRPr sz="1950" b="1">
                <a:solidFill>
                  <a:srgbClr val="7FDBD3"/>
                </a:solidFill>
              </a:defRPr>
            </a:lvl6pPr>
            <a:lvl7pPr>
              <a:buNone/>
              <a:defRPr sz="1950" b="1">
                <a:solidFill>
                  <a:srgbClr val="7FDBD3"/>
                </a:solidFill>
              </a:defRPr>
            </a:lvl7pPr>
            <a:lvl8pPr>
              <a:buNone/>
              <a:defRPr sz="1950" b="1">
                <a:solidFill>
                  <a:srgbClr val="7FDBD3"/>
                </a:solidFill>
              </a:defRPr>
            </a:lvl8pPr>
            <a:lvl9pPr>
              <a:buNone/>
              <a:defRPr sz="1950" b="1">
                <a:solidFill>
                  <a:srgbClr val="7FDBD3"/>
                </a:solidFill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7FDBD3"/>
                </a:solidFill>
              </a:defRPr>
            </a:pPr>
            <a:r>
              <a:rPr sz="1950" b="1">
                <a:solidFill>
                  <a:srgbClr val="7FDBD3"/>
                </a:solidFill>
              </a:rPr>
              <a:t>登入、雙裝置、撤權、購物車及示範結帳有本機與較早隔離服務證據。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E9AA8E-72EF-4ABF-9B40-F3CA73D20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4762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E7EEF5"/>
                </a:solidFill>
              </a:defRPr>
            </a:defPPr>
            <a:lvl1pPr>
              <a:buNone/>
              <a:defRPr sz="1950" b="0">
                <a:solidFill>
                  <a:srgbClr val="E7EEF5"/>
                </a:solidFill>
              </a:defRPr>
            </a:lvl1pPr>
            <a:lvl2pPr>
              <a:buNone/>
              <a:defRPr sz="1950" b="0">
                <a:solidFill>
                  <a:srgbClr val="E7EEF5"/>
                </a:solidFill>
              </a:defRPr>
            </a:lvl2pPr>
            <a:lvl3pPr>
              <a:buNone/>
              <a:defRPr sz="1950" b="0">
                <a:solidFill>
                  <a:srgbClr val="E7EEF5"/>
                </a:solidFill>
              </a:defRPr>
            </a:lvl3pPr>
            <a:lvl4pPr>
              <a:buNone/>
              <a:defRPr sz="1950" b="0">
                <a:solidFill>
                  <a:srgbClr val="E7EEF5"/>
                </a:solidFill>
              </a:defRPr>
            </a:lvl4pPr>
            <a:lvl5pPr>
              <a:buNone/>
              <a:defRPr sz="1950" b="0">
                <a:solidFill>
                  <a:srgbClr val="E7EEF5"/>
                </a:solidFill>
              </a:defRPr>
            </a:lvl5pPr>
            <a:lvl6pPr>
              <a:buNone/>
              <a:defRPr sz="1950" b="0">
                <a:solidFill>
                  <a:srgbClr val="E7EEF5"/>
                </a:solidFill>
              </a:defRPr>
            </a:lvl6pPr>
            <a:lvl7pPr>
              <a:buNone/>
              <a:defRPr sz="1950" b="0">
                <a:solidFill>
                  <a:srgbClr val="E7EEF5"/>
                </a:solidFill>
              </a:defRPr>
            </a:lvl7pPr>
            <a:lvl8pPr>
              <a:buNone/>
              <a:defRPr sz="1950" b="0">
                <a:solidFill>
                  <a:srgbClr val="E7EEF5"/>
                </a:solidFill>
              </a:defRPr>
            </a:lvl8pPr>
            <a:lvl9pPr>
              <a:buNone/>
              <a:defRPr sz="1950" b="0">
                <a:solidFill>
                  <a:srgbClr val="E7EEF5"/>
                </a:solidFill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E7EEF5"/>
                </a:solidFill>
              </a:defRPr>
            </a:pPr>
            <a:r>
              <a:rPr sz="1950" b="0">
                <a:solidFill>
                  <a:srgbClr val="E7EEF5"/>
                </a:solidFill>
              </a:rPr>
              <a:t>正式修訂的登入成功、遠端交易與管理員流程尚未同版重驗。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AA3C03-DE14-4E0F-8C67-58067DC6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4762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E7EEF5"/>
                </a:solidFill>
              </a:defRPr>
            </a:defPPr>
            <a:lvl1pPr>
              <a:buNone/>
              <a:defRPr sz="1950" b="0">
                <a:solidFill>
                  <a:srgbClr val="E7EEF5"/>
                </a:solidFill>
              </a:defRPr>
            </a:lvl1pPr>
            <a:lvl2pPr>
              <a:buNone/>
              <a:defRPr sz="1950" b="0">
                <a:solidFill>
                  <a:srgbClr val="E7EEF5"/>
                </a:solidFill>
              </a:defRPr>
            </a:lvl2pPr>
            <a:lvl3pPr>
              <a:buNone/>
              <a:defRPr sz="1950" b="0">
                <a:solidFill>
                  <a:srgbClr val="E7EEF5"/>
                </a:solidFill>
              </a:defRPr>
            </a:lvl3pPr>
            <a:lvl4pPr>
              <a:buNone/>
              <a:defRPr sz="1950" b="0">
                <a:solidFill>
                  <a:srgbClr val="E7EEF5"/>
                </a:solidFill>
              </a:defRPr>
            </a:lvl4pPr>
            <a:lvl5pPr>
              <a:buNone/>
              <a:defRPr sz="1950" b="0">
                <a:solidFill>
                  <a:srgbClr val="E7EEF5"/>
                </a:solidFill>
              </a:defRPr>
            </a:lvl5pPr>
            <a:lvl6pPr>
              <a:buNone/>
              <a:defRPr sz="1950" b="0">
                <a:solidFill>
                  <a:srgbClr val="E7EEF5"/>
                </a:solidFill>
              </a:defRPr>
            </a:lvl6pPr>
            <a:lvl7pPr>
              <a:buNone/>
              <a:defRPr sz="1950" b="0">
                <a:solidFill>
                  <a:srgbClr val="E7EEF5"/>
                </a:solidFill>
              </a:defRPr>
            </a:lvl7pPr>
            <a:lvl8pPr>
              <a:buNone/>
              <a:defRPr sz="1950" b="0">
                <a:solidFill>
                  <a:srgbClr val="E7EEF5"/>
                </a:solidFill>
              </a:defRPr>
            </a:lvl8pPr>
            <a:lvl9pPr>
              <a:buNone/>
              <a:defRPr sz="1950" b="0">
                <a:solidFill>
                  <a:srgbClr val="E7EEF5"/>
                </a:solidFill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E7EEF5"/>
                </a:solidFill>
              </a:defRPr>
            </a:pPr>
            <a:r>
              <a:rPr sz="1950" b="0">
                <a:solidFill>
                  <a:srgbClr val="E7EEF5"/>
                </a:solidFill>
              </a:rPr>
              <a:t>示範結帳不代表真付款；真實付款流程列下一階段。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8BDCF1-6569-4EFC-AE2C-8C13F8E782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772e9ad1e94ba5"/>
          <a:stretch xmlns:a="http://schemas.openxmlformats.org/drawingml/2006/main"/>
        </p:blipFill>
        <p:spPr>
          <a:xfrm xmlns:a="http://schemas.openxmlformats.org/drawingml/2006/main">
            <a:off x="5857875" y="1991666"/>
            <a:ext cx="5572125" cy="3131843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0F7919-1408-426C-83CC-F1015A627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9FB0C1"/>
                </a:solidFill>
              </a:defRPr>
            </a:defPPr>
            <a:lvl1pPr>
              <a:buNone/>
              <a:defRPr sz="1125" b="0">
                <a:solidFill>
                  <a:srgbClr val="9FB0C1"/>
                </a:solidFill>
              </a:defRPr>
            </a:lvl1pPr>
            <a:lvl2pPr>
              <a:buNone/>
              <a:defRPr sz="1125" b="0">
                <a:solidFill>
                  <a:srgbClr val="9FB0C1"/>
                </a:solidFill>
              </a:defRPr>
            </a:lvl2pPr>
            <a:lvl3pPr>
              <a:buNone/>
              <a:defRPr sz="1125" b="0">
                <a:solidFill>
                  <a:srgbClr val="9FB0C1"/>
                </a:solidFill>
              </a:defRPr>
            </a:lvl3pPr>
            <a:lvl4pPr>
              <a:buNone/>
              <a:defRPr sz="1125" b="0">
                <a:solidFill>
                  <a:srgbClr val="9FB0C1"/>
                </a:solidFill>
              </a:defRPr>
            </a:lvl4pPr>
            <a:lvl5pPr>
              <a:buNone/>
              <a:defRPr sz="1125" b="0">
                <a:solidFill>
                  <a:srgbClr val="9FB0C1"/>
                </a:solidFill>
              </a:defRPr>
            </a:lvl5pPr>
            <a:lvl6pPr>
              <a:buNone/>
              <a:defRPr sz="1125" b="0">
                <a:solidFill>
                  <a:srgbClr val="9FB0C1"/>
                </a:solidFill>
              </a:defRPr>
            </a:lvl6pPr>
            <a:lvl7pPr>
              <a:buNone/>
              <a:defRPr sz="1125" b="0">
                <a:solidFill>
                  <a:srgbClr val="9FB0C1"/>
                </a:solidFill>
              </a:defRPr>
            </a:lvl7pPr>
            <a:lvl8pPr>
              <a:buNone/>
              <a:defRPr sz="1125" b="0">
                <a:solidFill>
                  <a:srgbClr val="9FB0C1"/>
                </a:solidFill>
              </a:defRPr>
            </a:lvl8pPr>
            <a:lvl9pPr>
              <a:buNone/>
              <a:defRPr sz="1125" b="0">
                <a:solidFill>
                  <a:srgbClr val="9FB0C1"/>
                </a:solidFill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9FB0C1"/>
                </a:solidFill>
              </a:defRPr>
            </a:pPr>
            <a:r>
              <a:rPr sz="1125" b="0">
                <a:solidFill>
                  <a:srgbClr val="9FB0C1"/>
                </a:solidFill>
              </a:rPr>
              <a:t>07 / 12  •  2026-10-18  •  進度草案</a:t>
            </a:r>
          </a:p>
        </p:txBody>
      </p:sp>
    </p:spTree>
    <p:extLst>
      <p:ext uri="{BB962C8B-B14F-4D97-AF65-F5344CB8AC3E}">
        <p14:creationId xmlns:p14="http://schemas.microsoft.com/office/powerpoint/2010/main" val="12260405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7AEEB7-AEF9-4EC4-BAFA-C5DDBF5C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71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</a:defRPr>
            </a:defPPr>
            <a:lvl1pPr>
              <a:buNone/>
              <a:defRPr sz="3150" b="1">
                <a:solidFill>
                  <a:srgbClr val="FFFFFF"/>
                </a:solidFill>
              </a:defRPr>
            </a:lvl1pPr>
            <a:lvl2pPr>
              <a:buNone/>
              <a:defRPr sz="3150" b="1">
                <a:solidFill>
                  <a:srgbClr val="FFFFFF"/>
                </a:solidFill>
              </a:defRPr>
            </a:lvl2pPr>
            <a:lvl3pPr>
              <a:buNone/>
              <a:defRPr sz="3150" b="1">
                <a:solidFill>
                  <a:srgbClr val="FFFFFF"/>
                </a:solidFill>
              </a:defRPr>
            </a:lvl3pPr>
            <a:lvl4pPr>
              <a:buNone/>
              <a:defRPr sz="3150" b="1">
                <a:solidFill>
                  <a:srgbClr val="FFFFFF"/>
                </a:solidFill>
              </a:defRPr>
            </a:lvl4pPr>
            <a:lvl5pPr>
              <a:buNone/>
              <a:defRPr sz="3150" b="1">
                <a:solidFill>
                  <a:srgbClr val="FFFFFF"/>
                </a:solidFill>
              </a:defRPr>
            </a:lvl5pPr>
            <a:lvl6pPr>
              <a:buNone/>
              <a:defRPr sz="3150" b="1">
                <a:solidFill>
                  <a:srgbClr val="FFFFFF"/>
                </a:solidFill>
              </a:defRPr>
            </a:lvl6pPr>
            <a:lvl7pPr>
              <a:buNone/>
              <a:defRPr sz="3150" b="1">
                <a:solidFill>
                  <a:srgbClr val="FFFFFF"/>
                </a:solidFill>
              </a:defRPr>
            </a:lvl7pPr>
            <a:lvl8pPr>
              <a:buNone/>
              <a:defRPr sz="3150" b="1">
                <a:solidFill>
                  <a:srgbClr val="FFFFFF"/>
                </a:solidFill>
              </a:defRPr>
            </a:lvl8pPr>
            <a:lvl9pPr>
              <a:buNone/>
              <a:defRPr sz="3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合成事件的隔離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D606FA-4095-4F14-9DB7-ECDFDBF7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1047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7FDBD3"/>
                </a:solidFill>
              </a:defRPr>
            </a:defPPr>
            <a:lvl1pPr>
              <a:buNone/>
              <a:defRPr sz="1950" b="1">
                <a:solidFill>
                  <a:srgbClr val="7FDBD3"/>
                </a:solidFill>
              </a:defRPr>
            </a:lvl1pPr>
            <a:lvl2pPr>
              <a:buNone/>
              <a:defRPr sz="1950" b="1">
                <a:solidFill>
                  <a:srgbClr val="7FDBD3"/>
                </a:solidFill>
              </a:defRPr>
            </a:lvl2pPr>
            <a:lvl3pPr>
              <a:buNone/>
              <a:defRPr sz="1950" b="1">
                <a:solidFill>
                  <a:srgbClr val="7FDBD3"/>
                </a:solidFill>
              </a:defRPr>
            </a:lvl3pPr>
            <a:lvl4pPr>
              <a:buNone/>
              <a:defRPr sz="1950" b="1">
                <a:solidFill>
                  <a:srgbClr val="7FDBD3"/>
                </a:solidFill>
              </a:defRPr>
            </a:lvl4pPr>
            <a:lvl5pPr>
              <a:buNone/>
              <a:defRPr sz="1950" b="1">
                <a:solidFill>
                  <a:srgbClr val="7FDBD3"/>
                </a:solidFill>
              </a:defRPr>
            </a:lvl5pPr>
            <a:lvl6pPr>
              <a:buNone/>
              <a:defRPr sz="1950" b="1">
                <a:solidFill>
                  <a:srgbClr val="7FDBD3"/>
                </a:solidFill>
              </a:defRPr>
            </a:lvl6pPr>
            <a:lvl7pPr>
              <a:buNone/>
              <a:defRPr sz="1950" b="1">
                <a:solidFill>
                  <a:srgbClr val="7FDBD3"/>
                </a:solidFill>
              </a:defRPr>
            </a:lvl7pPr>
            <a:lvl8pPr>
              <a:buNone/>
              <a:defRPr sz="1950" b="1">
                <a:solidFill>
                  <a:srgbClr val="7FDBD3"/>
                </a:solidFill>
              </a:defRPr>
            </a:lvl8pPr>
            <a:lvl9pPr>
              <a:buNone/>
              <a:defRPr sz="1950" b="1">
                <a:solidFill>
                  <a:srgbClr val="7FDBD3"/>
                </a:solidFill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7FDBD3"/>
                </a:solidFill>
              </a:defRPr>
            </a:pPr>
            <a:r>
              <a:rPr sz="1950" b="1">
                <a:solidFill>
                  <a:srgbClr val="7FDBD3"/>
                </a:solidFill>
              </a:rPr>
              <a:t>D4 已完成 preflight、dry-run、apply、verify 與重送。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D215F0-F2C5-438C-BF18-334C06080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1047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E7EEF5"/>
                </a:solidFill>
              </a:defRPr>
            </a:defPPr>
            <a:lvl1pPr>
              <a:buNone/>
              <a:defRPr sz="1950" b="0">
                <a:solidFill>
                  <a:srgbClr val="E7EEF5"/>
                </a:solidFill>
              </a:defRPr>
            </a:lvl1pPr>
            <a:lvl2pPr>
              <a:buNone/>
              <a:defRPr sz="1950" b="0">
                <a:solidFill>
                  <a:srgbClr val="E7EEF5"/>
                </a:solidFill>
              </a:defRPr>
            </a:lvl2pPr>
            <a:lvl3pPr>
              <a:buNone/>
              <a:defRPr sz="1950" b="0">
                <a:solidFill>
                  <a:srgbClr val="E7EEF5"/>
                </a:solidFill>
              </a:defRPr>
            </a:lvl3pPr>
            <a:lvl4pPr>
              <a:buNone/>
              <a:defRPr sz="1950" b="0">
                <a:solidFill>
                  <a:srgbClr val="E7EEF5"/>
                </a:solidFill>
              </a:defRPr>
            </a:lvl4pPr>
            <a:lvl5pPr>
              <a:buNone/>
              <a:defRPr sz="1950" b="0">
                <a:solidFill>
                  <a:srgbClr val="E7EEF5"/>
                </a:solidFill>
              </a:defRPr>
            </a:lvl5pPr>
            <a:lvl6pPr>
              <a:buNone/>
              <a:defRPr sz="1950" b="0">
                <a:solidFill>
                  <a:srgbClr val="E7EEF5"/>
                </a:solidFill>
              </a:defRPr>
            </a:lvl6pPr>
            <a:lvl7pPr>
              <a:buNone/>
              <a:defRPr sz="1950" b="0">
                <a:solidFill>
                  <a:srgbClr val="E7EEF5"/>
                </a:solidFill>
              </a:defRPr>
            </a:lvl7pPr>
            <a:lvl8pPr>
              <a:buNone/>
              <a:defRPr sz="1950" b="0">
                <a:solidFill>
                  <a:srgbClr val="E7EEF5"/>
                </a:solidFill>
              </a:defRPr>
            </a:lvl8pPr>
            <a:lvl9pPr>
              <a:buNone/>
              <a:defRPr sz="1950" b="0">
                <a:solidFill>
                  <a:srgbClr val="E7EEF5"/>
                </a:solidFill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E7EEF5"/>
                </a:solidFill>
              </a:defRPr>
            </a:pPr>
            <a:r>
              <a:rPr sz="1950" b="0">
                <a:solidFill>
                  <a:srgbClr val="E7EEF5"/>
                </a:solidFill>
              </a:rPr>
              <a:t>1,240 筆均標示 synthetic 與 exclude_from_attribution。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A1D8D3-D9E8-4955-B41D-C5CE02054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1047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E7EEF5"/>
                </a:solidFill>
              </a:defRPr>
            </a:defPPr>
            <a:lvl1pPr>
              <a:buNone/>
              <a:defRPr sz="1950" b="0">
                <a:solidFill>
                  <a:srgbClr val="E7EEF5"/>
                </a:solidFill>
              </a:defRPr>
            </a:lvl1pPr>
            <a:lvl2pPr>
              <a:buNone/>
              <a:defRPr sz="1950" b="0">
                <a:solidFill>
                  <a:srgbClr val="E7EEF5"/>
                </a:solidFill>
              </a:defRPr>
            </a:lvl2pPr>
            <a:lvl3pPr>
              <a:buNone/>
              <a:defRPr sz="1950" b="0">
                <a:solidFill>
                  <a:srgbClr val="E7EEF5"/>
                </a:solidFill>
              </a:defRPr>
            </a:lvl3pPr>
            <a:lvl4pPr>
              <a:buNone/>
              <a:defRPr sz="1950" b="0">
                <a:solidFill>
                  <a:srgbClr val="E7EEF5"/>
                </a:solidFill>
              </a:defRPr>
            </a:lvl4pPr>
            <a:lvl5pPr>
              <a:buNone/>
              <a:defRPr sz="1950" b="0">
                <a:solidFill>
                  <a:srgbClr val="E7EEF5"/>
                </a:solidFill>
              </a:defRPr>
            </a:lvl5pPr>
            <a:lvl6pPr>
              <a:buNone/>
              <a:defRPr sz="1950" b="0">
                <a:solidFill>
                  <a:srgbClr val="E7EEF5"/>
                </a:solidFill>
              </a:defRPr>
            </a:lvl6pPr>
            <a:lvl7pPr>
              <a:buNone/>
              <a:defRPr sz="1950" b="0">
                <a:solidFill>
                  <a:srgbClr val="E7EEF5"/>
                </a:solidFill>
              </a:defRPr>
            </a:lvl7pPr>
            <a:lvl8pPr>
              <a:buNone/>
              <a:defRPr sz="1950" b="0">
                <a:solidFill>
                  <a:srgbClr val="E7EEF5"/>
                </a:solidFill>
              </a:defRPr>
            </a:lvl8pPr>
            <a:lvl9pPr>
              <a:buNone/>
              <a:defRPr sz="1950" b="0">
                <a:solidFill>
                  <a:srgbClr val="E7EEF5"/>
                </a:solidFill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E7EEF5"/>
                </a:solidFill>
              </a:defRPr>
            </a:pPr>
            <a:r>
              <a:rPr sz="1950" b="0">
                <a:solidFill>
                  <a:srgbClr val="E7EEF5"/>
                </a:solidFill>
              </a:rPr>
              <a:t>6+4 計分、衰減與排程列下一階段；本輪展示已驗收事件資料。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9CA9ED-C7E1-4E22-889C-8374ED507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9FB0C1"/>
                </a:solidFill>
              </a:defRPr>
            </a:defPPr>
            <a:lvl1pPr>
              <a:buNone/>
              <a:defRPr sz="1125" b="0">
                <a:solidFill>
                  <a:srgbClr val="9FB0C1"/>
                </a:solidFill>
              </a:defRPr>
            </a:lvl1pPr>
            <a:lvl2pPr>
              <a:buNone/>
              <a:defRPr sz="1125" b="0">
                <a:solidFill>
                  <a:srgbClr val="9FB0C1"/>
                </a:solidFill>
              </a:defRPr>
            </a:lvl2pPr>
            <a:lvl3pPr>
              <a:buNone/>
              <a:defRPr sz="1125" b="0">
                <a:solidFill>
                  <a:srgbClr val="9FB0C1"/>
                </a:solidFill>
              </a:defRPr>
            </a:lvl3pPr>
            <a:lvl4pPr>
              <a:buNone/>
              <a:defRPr sz="1125" b="0">
                <a:solidFill>
                  <a:srgbClr val="9FB0C1"/>
                </a:solidFill>
              </a:defRPr>
            </a:lvl4pPr>
            <a:lvl5pPr>
              <a:buNone/>
              <a:defRPr sz="1125" b="0">
                <a:solidFill>
                  <a:srgbClr val="9FB0C1"/>
                </a:solidFill>
              </a:defRPr>
            </a:lvl5pPr>
            <a:lvl6pPr>
              <a:buNone/>
              <a:defRPr sz="1125" b="0">
                <a:solidFill>
                  <a:srgbClr val="9FB0C1"/>
                </a:solidFill>
              </a:defRPr>
            </a:lvl6pPr>
            <a:lvl7pPr>
              <a:buNone/>
              <a:defRPr sz="1125" b="0">
                <a:solidFill>
                  <a:srgbClr val="9FB0C1"/>
                </a:solidFill>
              </a:defRPr>
            </a:lvl7pPr>
            <a:lvl8pPr>
              <a:buNone/>
              <a:defRPr sz="1125" b="0">
                <a:solidFill>
                  <a:srgbClr val="9FB0C1"/>
                </a:solidFill>
              </a:defRPr>
            </a:lvl8pPr>
            <a:lvl9pPr>
              <a:buNone/>
              <a:defRPr sz="1125" b="0">
                <a:solidFill>
                  <a:srgbClr val="9FB0C1"/>
                </a:solidFill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9FB0C1"/>
                </a:solidFill>
              </a:defRPr>
            </a:pPr>
            <a:r>
              <a:rPr sz="1125" b="0">
                <a:solidFill>
                  <a:srgbClr val="9FB0C1"/>
                </a:solidFill>
              </a:rPr>
              <a:t>08 / 12  •  2026-10-18  •  進度草案</a:t>
            </a:r>
          </a:p>
        </p:txBody>
      </p:sp>
    </p:spTree>
    <p:extLst>
      <p:ext uri="{BB962C8B-B14F-4D97-AF65-F5344CB8AC3E}">
        <p14:creationId xmlns:p14="http://schemas.microsoft.com/office/powerpoint/2010/main" val="11069398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CCDCE2-3A40-4ADA-A297-ACC8362B3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71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</a:defRPr>
            </a:defPPr>
            <a:lvl1pPr>
              <a:buNone/>
              <a:defRPr sz="3150" b="1">
                <a:solidFill>
                  <a:srgbClr val="FFFFFF"/>
                </a:solidFill>
              </a:defRPr>
            </a:lvl1pPr>
            <a:lvl2pPr>
              <a:buNone/>
              <a:defRPr sz="3150" b="1">
                <a:solidFill>
                  <a:srgbClr val="FFFFFF"/>
                </a:solidFill>
              </a:defRPr>
            </a:lvl2pPr>
            <a:lvl3pPr>
              <a:buNone/>
              <a:defRPr sz="3150" b="1">
                <a:solidFill>
                  <a:srgbClr val="FFFFFF"/>
                </a:solidFill>
              </a:defRPr>
            </a:lvl3pPr>
            <a:lvl4pPr>
              <a:buNone/>
              <a:defRPr sz="3150" b="1">
                <a:solidFill>
                  <a:srgbClr val="FFFFFF"/>
                </a:solidFill>
              </a:defRPr>
            </a:lvl4pPr>
            <a:lvl5pPr>
              <a:buNone/>
              <a:defRPr sz="3150" b="1">
                <a:solidFill>
                  <a:srgbClr val="FFFFFF"/>
                </a:solidFill>
              </a:defRPr>
            </a:lvl5pPr>
            <a:lvl6pPr>
              <a:buNone/>
              <a:defRPr sz="3150" b="1">
                <a:solidFill>
                  <a:srgbClr val="FFFFFF"/>
                </a:solidFill>
              </a:defRPr>
            </a:lvl6pPr>
            <a:lvl7pPr>
              <a:buNone/>
              <a:defRPr sz="3150" b="1">
                <a:solidFill>
                  <a:srgbClr val="FFFFFF"/>
                </a:solidFill>
              </a:defRPr>
            </a:lvl7pPr>
            <a:lvl8pPr>
              <a:buNone/>
              <a:defRPr sz="3150" b="1">
                <a:solidFill>
                  <a:srgbClr val="FFFFFF"/>
                </a:solidFill>
              </a:defRPr>
            </a:lvl8pPr>
            <a:lvl9pPr>
              <a:buNone/>
              <a:defRPr sz="3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AI 與後台的待驗範圍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6298DD-276A-49D4-B5E7-3A1710AF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1047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7FDBD3"/>
                </a:solidFill>
              </a:defRPr>
            </a:defPPr>
            <a:lvl1pPr>
              <a:buNone/>
              <a:defRPr sz="1950" b="1">
                <a:solidFill>
                  <a:srgbClr val="7FDBD3"/>
                </a:solidFill>
              </a:defRPr>
            </a:lvl1pPr>
            <a:lvl2pPr>
              <a:buNone/>
              <a:defRPr sz="1950" b="1">
                <a:solidFill>
                  <a:srgbClr val="7FDBD3"/>
                </a:solidFill>
              </a:defRPr>
            </a:lvl2pPr>
            <a:lvl3pPr>
              <a:buNone/>
              <a:defRPr sz="1950" b="1">
                <a:solidFill>
                  <a:srgbClr val="7FDBD3"/>
                </a:solidFill>
              </a:defRPr>
            </a:lvl3pPr>
            <a:lvl4pPr>
              <a:buNone/>
              <a:defRPr sz="1950" b="1">
                <a:solidFill>
                  <a:srgbClr val="7FDBD3"/>
                </a:solidFill>
              </a:defRPr>
            </a:lvl4pPr>
            <a:lvl5pPr>
              <a:buNone/>
              <a:defRPr sz="1950" b="1">
                <a:solidFill>
                  <a:srgbClr val="7FDBD3"/>
                </a:solidFill>
              </a:defRPr>
            </a:lvl5pPr>
            <a:lvl6pPr>
              <a:buNone/>
              <a:defRPr sz="1950" b="1">
                <a:solidFill>
                  <a:srgbClr val="7FDBD3"/>
                </a:solidFill>
              </a:defRPr>
            </a:lvl6pPr>
            <a:lvl7pPr>
              <a:buNone/>
              <a:defRPr sz="1950" b="1">
                <a:solidFill>
                  <a:srgbClr val="7FDBD3"/>
                </a:solidFill>
              </a:defRPr>
            </a:lvl7pPr>
            <a:lvl8pPr>
              <a:buNone/>
              <a:defRPr sz="1950" b="1">
                <a:solidFill>
                  <a:srgbClr val="7FDBD3"/>
                </a:solidFill>
              </a:defRPr>
            </a:lvl8pPr>
            <a:lvl9pPr>
              <a:buNone/>
              <a:defRPr sz="1950" b="1">
                <a:solidFill>
                  <a:srgbClr val="7FDBD3"/>
                </a:solidFill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7FDBD3"/>
                </a:solidFill>
              </a:defRPr>
            </a:pPr>
            <a:r>
              <a:rPr sz="1950" b="1">
                <a:solidFill>
                  <a:srgbClr val="7FDBD3"/>
                </a:solidFill>
              </a:rPr>
              <a:t>JEFF 本機已測真 BGE／Claude；交付網站啟用與驗收列下一階段。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AB6C39-C6A3-455D-97B7-7C72573D8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1047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E7EEF5"/>
                </a:solidFill>
              </a:defRPr>
            </a:defPPr>
            <a:lvl1pPr>
              <a:buNone/>
              <a:defRPr sz="1950" b="0">
                <a:solidFill>
                  <a:srgbClr val="E7EEF5"/>
                </a:solidFill>
              </a:defRPr>
            </a:lvl1pPr>
            <a:lvl2pPr>
              <a:buNone/>
              <a:defRPr sz="1950" b="0">
                <a:solidFill>
                  <a:srgbClr val="E7EEF5"/>
                </a:solidFill>
              </a:defRPr>
            </a:lvl2pPr>
            <a:lvl3pPr>
              <a:buNone/>
              <a:defRPr sz="1950" b="0">
                <a:solidFill>
                  <a:srgbClr val="E7EEF5"/>
                </a:solidFill>
              </a:defRPr>
            </a:lvl3pPr>
            <a:lvl4pPr>
              <a:buNone/>
              <a:defRPr sz="1950" b="0">
                <a:solidFill>
                  <a:srgbClr val="E7EEF5"/>
                </a:solidFill>
              </a:defRPr>
            </a:lvl4pPr>
            <a:lvl5pPr>
              <a:buNone/>
              <a:defRPr sz="1950" b="0">
                <a:solidFill>
                  <a:srgbClr val="E7EEF5"/>
                </a:solidFill>
              </a:defRPr>
            </a:lvl5pPr>
            <a:lvl6pPr>
              <a:buNone/>
              <a:defRPr sz="1950" b="0">
                <a:solidFill>
                  <a:srgbClr val="E7EEF5"/>
                </a:solidFill>
              </a:defRPr>
            </a:lvl6pPr>
            <a:lvl7pPr>
              <a:buNone/>
              <a:defRPr sz="1950" b="0">
                <a:solidFill>
                  <a:srgbClr val="E7EEF5"/>
                </a:solidFill>
              </a:defRPr>
            </a:lvl7pPr>
            <a:lvl8pPr>
              <a:buNone/>
              <a:defRPr sz="1950" b="0">
                <a:solidFill>
                  <a:srgbClr val="E7EEF5"/>
                </a:solidFill>
              </a:defRPr>
            </a:lvl8pPr>
            <a:lvl9pPr>
              <a:buNone/>
              <a:defRPr sz="1950" b="0">
                <a:solidFill>
                  <a:srgbClr val="E7EEF5"/>
                </a:solidFill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E7EEF5"/>
                </a:solidFill>
              </a:defRPr>
            </a:pPr>
            <a:r>
              <a:rPr sz="1950" b="0">
                <a:solidFill>
                  <a:srgbClr val="E7EEF5"/>
                </a:solidFill>
              </a:rPr>
              <a:t>本輪展示唯讀後台與四個固定問題；自由提問目前關閉，線上尚未驗收。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7C2030-5C96-43D4-A784-3E17F20EC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1047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E7EEF5"/>
                </a:solidFill>
              </a:defRPr>
            </a:defPPr>
            <a:lvl1pPr>
              <a:buNone/>
              <a:defRPr sz="1950" b="0">
                <a:solidFill>
                  <a:srgbClr val="E7EEF5"/>
                </a:solidFill>
              </a:defRPr>
            </a:lvl1pPr>
            <a:lvl2pPr>
              <a:buNone/>
              <a:defRPr sz="1950" b="0">
                <a:solidFill>
                  <a:srgbClr val="E7EEF5"/>
                </a:solidFill>
              </a:defRPr>
            </a:lvl2pPr>
            <a:lvl3pPr>
              <a:buNone/>
              <a:defRPr sz="1950" b="0">
                <a:solidFill>
                  <a:srgbClr val="E7EEF5"/>
                </a:solidFill>
              </a:defRPr>
            </a:lvl3pPr>
            <a:lvl4pPr>
              <a:buNone/>
              <a:defRPr sz="1950" b="0">
                <a:solidFill>
                  <a:srgbClr val="E7EEF5"/>
                </a:solidFill>
              </a:defRPr>
            </a:lvl4pPr>
            <a:lvl5pPr>
              <a:buNone/>
              <a:defRPr sz="1950" b="0">
                <a:solidFill>
                  <a:srgbClr val="E7EEF5"/>
                </a:solidFill>
              </a:defRPr>
            </a:lvl5pPr>
            <a:lvl6pPr>
              <a:buNone/>
              <a:defRPr sz="1950" b="0">
                <a:solidFill>
                  <a:srgbClr val="E7EEF5"/>
                </a:solidFill>
              </a:defRPr>
            </a:lvl6pPr>
            <a:lvl7pPr>
              <a:buNone/>
              <a:defRPr sz="1950" b="0">
                <a:solidFill>
                  <a:srgbClr val="E7EEF5"/>
                </a:solidFill>
              </a:defRPr>
            </a:lvl7pPr>
            <a:lvl8pPr>
              <a:buNone/>
              <a:defRPr sz="1950" b="0">
                <a:solidFill>
                  <a:srgbClr val="E7EEF5"/>
                </a:solidFill>
              </a:defRPr>
            </a:lvl8pPr>
            <a:lvl9pPr>
              <a:buNone/>
              <a:defRPr sz="1950" b="0">
                <a:solidFill>
                  <a:srgbClr val="E7EEF5"/>
                </a:solidFill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E7EEF5"/>
                </a:solidFill>
              </a:defRPr>
            </a:pPr>
            <a:r>
              <a:rPr sz="1950" b="0">
                <a:solidFill>
                  <a:srgbClr val="E7EEF5"/>
                </a:solidFill>
              </a:rPr>
              <a:t>D5 管理寫入與交易式稽核列下一階段；本輪不提供線上修改。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FCC049-FDAA-4F24-BB05-F53EB1A3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9FB0C1"/>
                </a:solidFill>
              </a:defRPr>
            </a:defPPr>
            <a:lvl1pPr>
              <a:buNone/>
              <a:defRPr sz="1125" b="0">
                <a:solidFill>
                  <a:srgbClr val="9FB0C1"/>
                </a:solidFill>
              </a:defRPr>
            </a:lvl1pPr>
            <a:lvl2pPr>
              <a:buNone/>
              <a:defRPr sz="1125" b="0">
                <a:solidFill>
                  <a:srgbClr val="9FB0C1"/>
                </a:solidFill>
              </a:defRPr>
            </a:lvl2pPr>
            <a:lvl3pPr>
              <a:buNone/>
              <a:defRPr sz="1125" b="0">
                <a:solidFill>
                  <a:srgbClr val="9FB0C1"/>
                </a:solidFill>
              </a:defRPr>
            </a:lvl3pPr>
            <a:lvl4pPr>
              <a:buNone/>
              <a:defRPr sz="1125" b="0">
                <a:solidFill>
                  <a:srgbClr val="9FB0C1"/>
                </a:solidFill>
              </a:defRPr>
            </a:lvl4pPr>
            <a:lvl5pPr>
              <a:buNone/>
              <a:defRPr sz="1125" b="0">
                <a:solidFill>
                  <a:srgbClr val="9FB0C1"/>
                </a:solidFill>
              </a:defRPr>
            </a:lvl5pPr>
            <a:lvl6pPr>
              <a:buNone/>
              <a:defRPr sz="1125" b="0">
                <a:solidFill>
                  <a:srgbClr val="9FB0C1"/>
                </a:solidFill>
              </a:defRPr>
            </a:lvl6pPr>
            <a:lvl7pPr>
              <a:buNone/>
              <a:defRPr sz="1125" b="0">
                <a:solidFill>
                  <a:srgbClr val="9FB0C1"/>
                </a:solidFill>
              </a:defRPr>
            </a:lvl7pPr>
            <a:lvl8pPr>
              <a:buNone/>
              <a:defRPr sz="1125" b="0">
                <a:solidFill>
                  <a:srgbClr val="9FB0C1"/>
                </a:solidFill>
              </a:defRPr>
            </a:lvl8pPr>
            <a:lvl9pPr>
              <a:buNone/>
              <a:defRPr sz="1125" b="0">
                <a:solidFill>
                  <a:srgbClr val="9FB0C1"/>
                </a:solidFill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9FB0C1"/>
                </a:solidFill>
              </a:defRPr>
            </a:pPr>
            <a:r>
              <a:rPr sz="1125" b="0">
                <a:solidFill>
                  <a:srgbClr val="9FB0C1"/>
                </a:solidFill>
              </a:rPr>
              <a:t>09 / 12  •  2026-10-18  •  進度草案</a:t>
            </a:r>
          </a:p>
        </p:txBody>
      </p:sp>
    </p:spTree>
    <p:extLst>
      <p:ext uri="{BB962C8B-B14F-4D97-AF65-F5344CB8AC3E}">
        <p14:creationId xmlns:p14="http://schemas.microsoft.com/office/powerpoint/2010/main" val="4659499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627B10-4553-465C-B899-85F5A5C55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71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</a:defRPr>
            </a:defPPr>
            <a:lvl1pPr>
              <a:buNone/>
              <a:defRPr sz="3150" b="1">
                <a:solidFill>
                  <a:srgbClr val="FFFFFF"/>
                </a:solidFill>
              </a:defRPr>
            </a:lvl1pPr>
            <a:lvl2pPr>
              <a:buNone/>
              <a:defRPr sz="3150" b="1">
                <a:solidFill>
                  <a:srgbClr val="FFFFFF"/>
                </a:solidFill>
              </a:defRPr>
            </a:lvl2pPr>
            <a:lvl3pPr>
              <a:buNone/>
              <a:defRPr sz="3150" b="1">
                <a:solidFill>
                  <a:srgbClr val="FFFFFF"/>
                </a:solidFill>
              </a:defRPr>
            </a:lvl3pPr>
            <a:lvl4pPr>
              <a:buNone/>
              <a:defRPr sz="3150" b="1">
                <a:solidFill>
                  <a:srgbClr val="FFFFFF"/>
                </a:solidFill>
              </a:defRPr>
            </a:lvl4pPr>
            <a:lvl5pPr>
              <a:buNone/>
              <a:defRPr sz="3150" b="1">
                <a:solidFill>
                  <a:srgbClr val="FFFFFF"/>
                </a:solidFill>
              </a:defRPr>
            </a:lvl5pPr>
            <a:lvl6pPr>
              <a:buNone/>
              <a:defRPr sz="3150" b="1">
                <a:solidFill>
                  <a:srgbClr val="FFFFFF"/>
                </a:solidFill>
              </a:defRPr>
            </a:lvl6pPr>
            <a:lvl7pPr>
              <a:buNone/>
              <a:defRPr sz="3150" b="1">
                <a:solidFill>
                  <a:srgbClr val="FFFFFF"/>
                </a:solidFill>
              </a:defRPr>
            </a:lvl7pPr>
            <a:lvl8pPr>
              <a:buNone/>
              <a:defRPr sz="3150" b="1">
                <a:solidFill>
                  <a:srgbClr val="FFFFFF"/>
                </a:solidFill>
              </a:defRPr>
            </a:lvl8pPr>
            <a:lvl9pPr>
              <a:buNone/>
              <a:defRPr sz="3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部署與來源版本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5E9E4A-05C7-41FA-9EF8-29CF1CCF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7FDBD3"/>
                </a:solidFill>
              </a:defRPr>
            </a:defPPr>
            <a:lvl1pPr>
              <a:buNone/>
              <a:defRPr sz="1950" b="1">
                <a:solidFill>
                  <a:srgbClr val="7FDBD3"/>
                </a:solidFill>
              </a:defRPr>
            </a:lvl1pPr>
            <a:lvl2pPr>
              <a:buNone/>
              <a:defRPr sz="1950" b="1">
                <a:solidFill>
                  <a:srgbClr val="7FDBD3"/>
                </a:solidFill>
              </a:defRPr>
            </a:lvl2pPr>
            <a:lvl3pPr>
              <a:buNone/>
              <a:defRPr sz="1950" b="1">
                <a:solidFill>
                  <a:srgbClr val="7FDBD3"/>
                </a:solidFill>
              </a:defRPr>
            </a:lvl3pPr>
            <a:lvl4pPr>
              <a:buNone/>
              <a:defRPr sz="1950" b="1">
                <a:solidFill>
                  <a:srgbClr val="7FDBD3"/>
                </a:solidFill>
              </a:defRPr>
            </a:lvl4pPr>
            <a:lvl5pPr>
              <a:buNone/>
              <a:defRPr sz="1950" b="1">
                <a:solidFill>
                  <a:srgbClr val="7FDBD3"/>
                </a:solidFill>
              </a:defRPr>
            </a:lvl5pPr>
            <a:lvl6pPr>
              <a:buNone/>
              <a:defRPr sz="1950" b="1">
                <a:solidFill>
                  <a:srgbClr val="7FDBD3"/>
                </a:solidFill>
              </a:defRPr>
            </a:lvl6pPr>
            <a:lvl7pPr>
              <a:buNone/>
              <a:defRPr sz="1950" b="1">
                <a:solidFill>
                  <a:srgbClr val="7FDBD3"/>
                </a:solidFill>
              </a:defRPr>
            </a:lvl7pPr>
            <a:lvl8pPr>
              <a:buNone/>
              <a:defRPr sz="1950" b="1">
                <a:solidFill>
                  <a:srgbClr val="7FDBD3"/>
                </a:solidFill>
              </a:defRPr>
            </a:lvl8pPr>
            <a:lvl9pPr>
              <a:buNone/>
              <a:defRPr sz="1950" b="1">
                <a:solidFill>
                  <a:srgbClr val="7FDBD3"/>
                </a:solidFill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7FDBD3"/>
                </a:solidFill>
              </a:defRPr>
            </a:pPr>
            <a:r>
              <a:rPr sz="1950" b="1">
                <a:solidFill>
                  <a:srgbClr val="7FDBD3"/>
                </a:solidFill>
              </a:rPr>
              <a:t>已記錄正式修訂 vibecart-web-00013-ds5，當時承接 100% 流量。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136522-479C-43E9-A939-90432D936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E7EEF5"/>
                </a:solidFill>
              </a:defRPr>
            </a:defPPr>
            <a:lvl1pPr>
              <a:buNone/>
              <a:defRPr sz="1950" b="0">
                <a:solidFill>
                  <a:srgbClr val="E7EEF5"/>
                </a:solidFill>
              </a:defRPr>
            </a:lvl1pPr>
            <a:lvl2pPr>
              <a:buNone/>
              <a:defRPr sz="1950" b="0">
                <a:solidFill>
                  <a:srgbClr val="E7EEF5"/>
                </a:solidFill>
              </a:defRPr>
            </a:lvl2pPr>
            <a:lvl3pPr>
              <a:buNone/>
              <a:defRPr sz="1950" b="0">
                <a:solidFill>
                  <a:srgbClr val="E7EEF5"/>
                </a:solidFill>
              </a:defRPr>
            </a:lvl3pPr>
            <a:lvl4pPr>
              <a:buNone/>
              <a:defRPr sz="1950" b="0">
                <a:solidFill>
                  <a:srgbClr val="E7EEF5"/>
                </a:solidFill>
              </a:defRPr>
            </a:lvl4pPr>
            <a:lvl5pPr>
              <a:buNone/>
              <a:defRPr sz="1950" b="0">
                <a:solidFill>
                  <a:srgbClr val="E7EEF5"/>
                </a:solidFill>
              </a:defRPr>
            </a:lvl5pPr>
            <a:lvl6pPr>
              <a:buNone/>
              <a:defRPr sz="1950" b="0">
                <a:solidFill>
                  <a:srgbClr val="E7EEF5"/>
                </a:solidFill>
              </a:defRPr>
            </a:lvl6pPr>
            <a:lvl7pPr>
              <a:buNone/>
              <a:defRPr sz="1950" b="0">
                <a:solidFill>
                  <a:srgbClr val="E7EEF5"/>
                </a:solidFill>
              </a:defRPr>
            </a:lvl7pPr>
            <a:lvl8pPr>
              <a:buNone/>
              <a:defRPr sz="1950" b="0">
                <a:solidFill>
                  <a:srgbClr val="E7EEF5"/>
                </a:solidFill>
              </a:defRPr>
            </a:lvl8pPr>
            <a:lvl9pPr>
              <a:buNone/>
              <a:defRPr sz="1950" b="0">
                <a:solidFill>
                  <a:srgbClr val="E7EEF5"/>
                </a:solidFill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E7EEF5"/>
                </a:solidFill>
              </a:defRPr>
            </a:pPr>
            <a:r>
              <a:rPr sz="1950" b="0">
                <a:solidFill>
                  <a:srgbClr val="E7EEF5"/>
                </a:solidFill>
              </a:rPr>
              <a:t>Firebase Hosting 首頁、live、ready 本輪即時讀回 200。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0E3AC4-60C7-4237-A779-4883BF9DF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E7EEF5"/>
                </a:solidFill>
              </a:defRPr>
            </a:defPPr>
            <a:lvl1pPr>
              <a:buNone/>
              <a:defRPr sz="1950" b="0">
                <a:solidFill>
                  <a:srgbClr val="E7EEF5"/>
                </a:solidFill>
              </a:defRPr>
            </a:lvl1pPr>
            <a:lvl2pPr>
              <a:buNone/>
              <a:defRPr sz="1950" b="0">
                <a:solidFill>
                  <a:srgbClr val="E7EEF5"/>
                </a:solidFill>
              </a:defRPr>
            </a:lvl2pPr>
            <a:lvl3pPr>
              <a:buNone/>
              <a:defRPr sz="1950" b="0">
                <a:solidFill>
                  <a:srgbClr val="E7EEF5"/>
                </a:solidFill>
              </a:defRPr>
            </a:lvl3pPr>
            <a:lvl4pPr>
              <a:buNone/>
              <a:defRPr sz="1950" b="0">
                <a:solidFill>
                  <a:srgbClr val="E7EEF5"/>
                </a:solidFill>
              </a:defRPr>
            </a:lvl4pPr>
            <a:lvl5pPr>
              <a:buNone/>
              <a:defRPr sz="1950" b="0">
                <a:solidFill>
                  <a:srgbClr val="E7EEF5"/>
                </a:solidFill>
              </a:defRPr>
            </a:lvl5pPr>
            <a:lvl6pPr>
              <a:buNone/>
              <a:defRPr sz="1950" b="0">
                <a:solidFill>
                  <a:srgbClr val="E7EEF5"/>
                </a:solidFill>
              </a:defRPr>
            </a:lvl6pPr>
            <a:lvl7pPr>
              <a:buNone/>
              <a:defRPr sz="1950" b="0">
                <a:solidFill>
                  <a:srgbClr val="E7EEF5"/>
                </a:solidFill>
              </a:defRPr>
            </a:lvl7pPr>
            <a:lvl8pPr>
              <a:buNone/>
              <a:defRPr sz="1950" b="0">
                <a:solidFill>
                  <a:srgbClr val="E7EEF5"/>
                </a:solidFill>
              </a:defRPr>
            </a:lvl8pPr>
            <a:lvl9pPr>
              <a:buNone/>
              <a:defRPr sz="1950" b="0">
                <a:solidFill>
                  <a:srgbClr val="E7EEF5"/>
                </a:solidFill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E7EEF5"/>
                </a:solidFill>
              </a:defRPr>
            </a:pPr>
            <a:r>
              <a:rPr sz="1950" b="0">
                <a:solidFill>
                  <a:srgbClr val="E7EEF5"/>
                </a:solidFill>
              </a:rPr>
              <a:t>目前 main 與已部署來源的 47 個白名單 Git blob 完全相同。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E0E543-5231-477B-B1EF-94F86128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E7EEF5"/>
                </a:solidFill>
              </a:defRPr>
            </a:defPPr>
            <a:lvl1pPr>
              <a:buNone/>
              <a:defRPr sz="1950" b="0">
                <a:solidFill>
                  <a:srgbClr val="E7EEF5"/>
                </a:solidFill>
              </a:defRPr>
            </a:lvl1pPr>
            <a:lvl2pPr>
              <a:buNone/>
              <a:defRPr sz="1950" b="0">
                <a:solidFill>
                  <a:srgbClr val="E7EEF5"/>
                </a:solidFill>
              </a:defRPr>
            </a:lvl2pPr>
            <a:lvl3pPr>
              <a:buNone/>
              <a:defRPr sz="1950" b="0">
                <a:solidFill>
                  <a:srgbClr val="E7EEF5"/>
                </a:solidFill>
              </a:defRPr>
            </a:lvl3pPr>
            <a:lvl4pPr>
              <a:buNone/>
              <a:defRPr sz="1950" b="0">
                <a:solidFill>
                  <a:srgbClr val="E7EEF5"/>
                </a:solidFill>
              </a:defRPr>
            </a:lvl4pPr>
            <a:lvl5pPr>
              <a:buNone/>
              <a:defRPr sz="1950" b="0">
                <a:solidFill>
                  <a:srgbClr val="E7EEF5"/>
                </a:solidFill>
              </a:defRPr>
            </a:lvl5pPr>
            <a:lvl6pPr>
              <a:buNone/>
              <a:defRPr sz="1950" b="0">
                <a:solidFill>
                  <a:srgbClr val="E7EEF5"/>
                </a:solidFill>
              </a:defRPr>
            </a:lvl6pPr>
            <a:lvl7pPr>
              <a:buNone/>
              <a:defRPr sz="1950" b="0">
                <a:solidFill>
                  <a:srgbClr val="E7EEF5"/>
                </a:solidFill>
              </a:defRPr>
            </a:lvl7pPr>
            <a:lvl8pPr>
              <a:buNone/>
              <a:defRPr sz="1950" b="0">
                <a:solidFill>
                  <a:srgbClr val="E7EEF5"/>
                </a:solidFill>
              </a:defRPr>
            </a:lvl8pPr>
            <a:lvl9pPr>
              <a:buNone/>
              <a:defRPr sz="1950" b="0">
                <a:solidFill>
                  <a:srgbClr val="E7EEF5"/>
                </a:solidFill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E7EEF5"/>
                </a:solidFill>
              </a:defRPr>
            </a:pPr>
            <a:r>
              <a:rPr sz="1950" b="0">
                <a:solidFill>
                  <a:srgbClr val="E7EEF5"/>
                </a:solidFill>
              </a:rPr>
              <a:t>較新 main SHA 並未因此重新部署；控制平面需再讀回。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A384F5-E0B2-456F-BF2B-0CAAC5190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9FB0C1"/>
                </a:solidFill>
              </a:defRPr>
            </a:defPPr>
            <a:lvl1pPr>
              <a:buNone/>
              <a:defRPr sz="1125" b="0">
                <a:solidFill>
                  <a:srgbClr val="9FB0C1"/>
                </a:solidFill>
              </a:defRPr>
            </a:lvl1pPr>
            <a:lvl2pPr>
              <a:buNone/>
              <a:defRPr sz="1125" b="0">
                <a:solidFill>
                  <a:srgbClr val="9FB0C1"/>
                </a:solidFill>
              </a:defRPr>
            </a:lvl2pPr>
            <a:lvl3pPr>
              <a:buNone/>
              <a:defRPr sz="1125" b="0">
                <a:solidFill>
                  <a:srgbClr val="9FB0C1"/>
                </a:solidFill>
              </a:defRPr>
            </a:lvl3pPr>
            <a:lvl4pPr>
              <a:buNone/>
              <a:defRPr sz="1125" b="0">
                <a:solidFill>
                  <a:srgbClr val="9FB0C1"/>
                </a:solidFill>
              </a:defRPr>
            </a:lvl4pPr>
            <a:lvl5pPr>
              <a:buNone/>
              <a:defRPr sz="1125" b="0">
                <a:solidFill>
                  <a:srgbClr val="9FB0C1"/>
                </a:solidFill>
              </a:defRPr>
            </a:lvl5pPr>
            <a:lvl6pPr>
              <a:buNone/>
              <a:defRPr sz="1125" b="0">
                <a:solidFill>
                  <a:srgbClr val="9FB0C1"/>
                </a:solidFill>
              </a:defRPr>
            </a:lvl6pPr>
            <a:lvl7pPr>
              <a:buNone/>
              <a:defRPr sz="1125" b="0">
                <a:solidFill>
                  <a:srgbClr val="9FB0C1"/>
                </a:solidFill>
              </a:defRPr>
            </a:lvl7pPr>
            <a:lvl8pPr>
              <a:buNone/>
              <a:defRPr sz="1125" b="0">
                <a:solidFill>
                  <a:srgbClr val="9FB0C1"/>
                </a:solidFill>
              </a:defRPr>
            </a:lvl8pPr>
            <a:lvl9pPr>
              <a:buNone/>
              <a:defRPr sz="1125" b="0">
                <a:solidFill>
                  <a:srgbClr val="9FB0C1"/>
                </a:solidFill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9FB0C1"/>
                </a:solidFill>
              </a:defRPr>
            </a:pPr>
            <a:r>
              <a:rPr sz="1125" b="0">
                <a:solidFill>
                  <a:srgbClr val="9FB0C1"/>
                </a:solidFill>
              </a:rPr>
              <a:t>10 / 12  •  2026-10-18  •  進度草案</a:t>
            </a:r>
          </a:p>
        </p:txBody>
      </p:sp>
    </p:spTree>
    <p:extLst>
      <p:ext uri="{BB962C8B-B14F-4D97-AF65-F5344CB8AC3E}">
        <p14:creationId xmlns:p14="http://schemas.microsoft.com/office/powerpoint/2010/main" val="10392748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C05B8E-ED86-4F53-9C21-7654F0E1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71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</a:defRPr>
            </a:defPPr>
            <a:lvl1pPr>
              <a:buNone/>
              <a:defRPr sz="3150" b="1">
                <a:solidFill>
                  <a:srgbClr val="FFFFFF"/>
                </a:solidFill>
              </a:defRPr>
            </a:lvl1pPr>
            <a:lvl2pPr>
              <a:buNone/>
              <a:defRPr sz="3150" b="1">
                <a:solidFill>
                  <a:srgbClr val="FFFFFF"/>
                </a:solidFill>
              </a:defRPr>
            </a:lvl2pPr>
            <a:lvl3pPr>
              <a:buNone/>
              <a:defRPr sz="3150" b="1">
                <a:solidFill>
                  <a:srgbClr val="FFFFFF"/>
                </a:solidFill>
              </a:defRPr>
            </a:lvl3pPr>
            <a:lvl4pPr>
              <a:buNone/>
              <a:defRPr sz="3150" b="1">
                <a:solidFill>
                  <a:srgbClr val="FFFFFF"/>
                </a:solidFill>
              </a:defRPr>
            </a:lvl4pPr>
            <a:lvl5pPr>
              <a:buNone/>
              <a:defRPr sz="3150" b="1">
                <a:solidFill>
                  <a:srgbClr val="FFFFFF"/>
                </a:solidFill>
              </a:defRPr>
            </a:lvl5pPr>
            <a:lvl6pPr>
              <a:buNone/>
              <a:defRPr sz="3150" b="1">
                <a:solidFill>
                  <a:srgbClr val="FFFFFF"/>
                </a:solidFill>
              </a:defRPr>
            </a:lvl6pPr>
            <a:lvl7pPr>
              <a:buNone/>
              <a:defRPr sz="3150" b="1">
                <a:solidFill>
                  <a:srgbClr val="FFFFFF"/>
                </a:solidFill>
              </a:defRPr>
            </a:lvl7pPr>
            <a:lvl8pPr>
              <a:buNone/>
              <a:defRPr sz="3150" b="1">
                <a:solidFill>
                  <a:srgbClr val="FFFFFF"/>
                </a:solidFill>
              </a:defRPr>
            </a:lvl8pPr>
            <a:lvl9pPr>
              <a:buNone/>
              <a:defRPr sz="3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已驗證與仍需驗證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DE404C-9F21-491E-8863-08086C73B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4762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7FDBD3"/>
                </a:solidFill>
              </a:defRPr>
            </a:defPPr>
            <a:lvl1pPr>
              <a:buNone/>
              <a:defRPr sz="1950" b="1">
                <a:solidFill>
                  <a:srgbClr val="7FDBD3"/>
                </a:solidFill>
              </a:defRPr>
            </a:lvl1pPr>
            <a:lvl2pPr>
              <a:buNone/>
              <a:defRPr sz="1950" b="1">
                <a:solidFill>
                  <a:srgbClr val="7FDBD3"/>
                </a:solidFill>
              </a:defRPr>
            </a:lvl2pPr>
            <a:lvl3pPr>
              <a:buNone/>
              <a:defRPr sz="1950" b="1">
                <a:solidFill>
                  <a:srgbClr val="7FDBD3"/>
                </a:solidFill>
              </a:defRPr>
            </a:lvl3pPr>
            <a:lvl4pPr>
              <a:buNone/>
              <a:defRPr sz="1950" b="1">
                <a:solidFill>
                  <a:srgbClr val="7FDBD3"/>
                </a:solidFill>
              </a:defRPr>
            </a:lvl4pPr>
            <a:lvl5pPr>
              <a:buNone/>
              <a:defRPr sz="1950" b="1">
                <a:solidFill>
                  <a:srgbClr val="7FDBD3"/>
                </a:solidFill>
              </a:defRPr>
            </a:lvl5pPr>
            <a:lvl6pPr>
              <a:buNone/>
              <a:defRPr sz="1950" b="1">
                <a:solidFill>
                  <a:srgbClr val="7FDBD3"/>
                </a:solidFill>
              </a:defRPr>
            </a:lvl6pPr>
            <a:lvl7pPr>
              <a:buNone/>
              <a:defRPr sz="1950" b="1">
                <a:solidFill>
                  <a:srgbClr val="7FDBD3"/>
                </a:solidFill>
              </a:defRPr>
            </a:lvl7pPr>
            <a:lvl8pPr>
              <a:buNone/>
              <a:defRPr sz="1950" b="1">
                <a:solidFill>
                  <a:srgbClr val="7FDBD3"/>
                </a:solidFill>
              </a:defRPr>
            </a:lvl8pPr>
            <a:lvl9pPr>
              <a:buNone/>
              <a:defRPr sz="1950" b="1">
                <a:solidFill>
                  <a:srgbClr val="7FDBD3"/>
                </a:solidFill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7FDBD3"/>
                </a:solidFill>
              </a:defRPr>
            </a:pPr>
            <a:r>
              <a:rPr sz="1950" b="1">
                <a:solidFill>
                  <a:srgbClr val="7FDBD3"/>
                </a:solidFill>
              </a:rPr>
              <a:t>本機隔離 MongoDB 網站測試：186 passed、0 skipped。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1C78ED-C1F3-4DE0-9CDF-A257D2774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4762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E7EEF5"/>
                </a:solidFill>
              </a:defRPr>
            </a:defPPr>
            <a:lvl1pPr>
              <a:buNone/>
              <a:defRPr sz="1950" b="0">
                <a:solidFill>
                  <a:srgbClr val="E7EEF5"/>
                </a:solidFill>
              </a:defRPr>
            </a:lvl1pPr>
            <a:lvl2pPr>
              <a:buNone/>
              <a:defRPr sz="1950" b="0">
                <a:solidFill>
                  <a:srgbClr val="E7EEF5"/>
                </a:solidFill>
              </a:defRPr>
            </a:lvl2pPr>
            <a:lvl3pPr>
              <a:buNone/>
              <a:defRPr sz="1950" b="0">
                <a:solidFill>
                  <a:srgbClr val="E7EEF5"/>
                </a:solidFill>
              </a:defRPr>
            </a:lvl3pPr>
            <a:lvl4pPr>
              <a:buNone/>
              <a:defRPr sz="1950" b="0">
                <a:solidFill>
                  <a:srgbClr val="E7EEF5"/>
                </a:solidFill>
              </a:defRPr>
            </a:lvl4pPr>
            <a:lvl5pPr>
              <a:buNone/>
              <a:defRPr sz="1950" b="0">
                <a:solidFill>
                  <a:srgbClr val="E7EEF5"/>
                </a:solidFill>
              </a:defRPr>
            </a:lvl5pPr>
            <a:lvl6pPr>
              <a:buNone/>
              <a:defRPr sz="1950" b="0">
                <a:solidFill>
                  <a:srgbClr val="E7EEF5"/>
                </a:solidFill>
              </a:defRPr>
            </a:lvl6pPr>
            <a:lvl7pPr>
              <a:buNone/>
              <a:defRPr sz="1950" b="0">
                <a:solidFill>
                  <a:srgbClr val="E7EEF5"/>
                </a:solidFill>
              </a:defRPr>
            </a:lvl7pPr>
            <a:lvl8pPr>
              <a:buNone/>
              <a:defRPr sz="1950" b="0">
                <a:solidFill>
                  <a:srgbClr val="E7EEF5"/>
                </a:solidFill>
              </a:defRPr>
            </a:lvl8pPr>
            <a:lvl9pPr>
              <a:buNone/>
              <a:defRPr sz="1950" b="0">
                <a:solidFill>
                  <a:srgbClr val="E7EEF5"/>
                </a:solidFill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E7EEF5"/>
                </a:solidFill>
              </a:defRPr>
            </a:pPr>
            <a:r>
              <a:rPr sz="1950" b="0">
                <a:solidFill>
                  <a:srgbClr val="E7EEF5"/>
                </a:solidFill>
              </a:rPr>
              <a:t>PR #52、#53 與合併後 main 的 GitHub CI 均成功。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2F7417-9F67-437B-80C2-31AC650C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4762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E7EEF5"/>
                </a:solidFill>
              </a:defRPr>
            </a:defPPr>
            <a:lvl1pPr>
              <a:buNone/>
              <a:defRPr sz="1950" b="0">
                <a:solidFill>
                  <a:srgbClr val="E7EEF5"/>
                </a:solidFill>
              </a:defRPr>
            </a:lvl1pPr>
            <a:lvl2pPr>
              <a:buNone/>
              <a:defRPr sz="1950" b="0">
                <a:solidFill>
                  <a:srgbClr val="E7EEF5"/>
                </a:solidFill>
              </a:defRPr>
            </a:lvl2pPr>
            <a:lvl3pPr>
              <a:buNone/>
              <a:defRPr sz="1950" b="0">
                <a:solidFill>
                  <a:srgbClr val="E7EEF5"/>
                </a:solidFill>
              </a:defRPr>
            </a:lvl3pPr>
            <a:lvl4pPr>
              <a:buNone/>
              <a:defRPr sz="1950" b="0">
                <a:solidFill>
                  <a:srgbClr val="E7EEF5"/>
                </a:solidFill>
              </a:defRPr>
            </a:lvl4pPr>
            <a:lvl5pPr>
              <a:buNone/>
              <a:defRPr sz="1950" b="0">
                <a:solidFill>
                  <a:srgbClr val="E7EEF5"/>
                </a:solidFill>
              </a:defRPr>
            </a:lvl5pPr>
            <a:lvl6pPr>
              <a:buNone/>
              <a:defRPr sz="1950" b="0">
                <a:solidFill>
                  <a:srgbClr val="E7EEF5"/>
                </a:solidFill>
              </a:defRPr>
            </a:lvl6pPr>
            <a:lvl7pPr>
              <a:buNone/>
              <a:defRPr sz="1950" b="0">
                <a:solidFill>
                  <a:srgbClr val="E7EEF5"/>
                </a:solidFill>
              </a:defRPr>
            </a:lvl7pPr>
            <a:lvl8pPr>
              <a:buNone/>
              <a:defRPr sz="1950" b="0">
                <a:solidFill>
                  <a:srgbClr val="E7EEF5"/>
                </a:solidFill>
              </a:defRPr>
            </a:lvl8pPr>
            <a:lvl9pPr>
              <a:buNone/>
              <a:defRPr sz="1950" b="0">
                <a:solidFill>
                  <a:srgbClr val="E7EEF5"/>
                </a:solidFill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E7EEF5"/>
                </a:solidFill>
              </a:defRPr>
            </a:pPr>
            <a:r>
              <a:rPr sz="1950" b="0">
                <a:solidFill>
                  <a:srgbClr val="E7EEF5"/>
                </a:solidFill>
              </a:rPr>
              <a:t>窄視窗 S02 已留畫面，手機實機、鍵盤／錯誤流程與同版具名簽收仍缺。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A74804-2109-48A3-B5F8-2EA40885F8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7a043071a24bb2"/>
          <a:stretch xmlns:a="http://schemas.openxmlformats.org/drawingml/2006/main"/>
        </p:blipFill>
        <p:spPr>
          <a:xfrm xmlns:a="http://schemas.openxmlformats.org/drawingml/2006/main">
            <a:off x="7765781" y="1581150"/>
            <a:ext cx="1756313" cy="39528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A8590F-D2CF-4953-840A-38A53232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9FB0C1"/>
                </a:solidFill>
              </a:defRPr>
            </a:defPPr>
            <a:lvl1pPr>
              <a:buNone/>
              <a:defRPr sz="1125" b="0">
                <a:solidFill>
                  <a:srgbClr val="9FB0C1"/>
                </a:solidFill>
              </a:defRPr>
            </a:lvl1pPr>
            <a:lvl2pPr>
              <a:buNone/>
              <a:defRPr sz="1125" b="0">
                <a:solidFill>
                  <a:srgbClr val="9FB0C1"/>
                </a:solidFill>
              </a:defRPr>
            </a:lvl2pPr>
            <a:lvl3pPr>
              <a:buNone/>
              <a:defRPr sz="1125" b="0">
                <a:solidFill>
                  <a:srgbClr val="9FB0C1"/>
                </a:solidFill>
              </a:defRPr>
            </a:lvl3pPr>
            <a:lvl4pPr>
              <a:buNone/>
              <a:defRPr sz="1125" b="0">
                <a:solidFill>
                  <a:srgbClr val="9FB0C1"/>
                </a:solidFill>
              </a:defRPr>
            </a:lvl4pPr>
            <a:lvl5pPr>
              <a:buNone/>
              <a:defRPr sz="1125" b="0">
                <a:solidFill>
                  <a:srgbClr val="9FB0C1"/>
                </a:solidFill>
              </a:defRPr>
            </a:lvl5pPr>
            <a:lvl6pPr>
              <a:buNone/>
              <a:defRPr sz="1125" b="0">
                <a:solidFill>
                  <a:srgbClr val="9FB0C1"/>
                </a:solidFill>
              </a:defRPr>
            </a:lvl6pPr>
            <a:lvl7pPr>
              <a:buNone/>
              <a:defRPr sz="1125" b="0">
                <a:solidFill>
                  <a:srgbClr val="9FB0C1"/>
                </a:solidFill>
              </a:defRPr>
            </a:lvl7pPr>
            <a:lvl8pPr>
              <a:buNone/>
              <a:defRPr sz="1125" b="0">
                <a:solidFill>
                  <a:srgbClr val="9FB0C1"/>
                </a:solidFill>
              </a:defRPr>
            </a:lvl8pPr>
            <a:lvl9pPr>
              <a:buNone/>
              <a:defRPr sz="1125" b="0">
                <a:solidFill>
                  <a:srgbClr val="9FB0C1"/>
                </a:solidFill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9FB0C1"/>
                </a:solidFill>
              </a:defRPr>
            </a:pPr>
            <a:r>
              <a:rPr sz="1125" b="0">
                <a:solidFill>
                  <a:srgbClr val="9FB0C1"/>
                </a:solidFill>
              </a:rPr>
              <a:t>11 / 12  •  2026-10-18  •  進度草案</a:t>
            </a:r>
          </a:p>
        </p:txBody>
      </p:sp>
    </p:spTree>
    <p:extLst>
      <p:ext uri="{BB962C8B-B14F-4D97-AF65-F5344CB8AC3E}">
        <p14:creationId xmlns:p14="http://schemas.microsoft.com/office/powerpoint/2010/main" val="47482240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0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020DD9-8DA2-46C8-9BE0-8F92245E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71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</a:defRPr>
            </a:defPPr>
            <a:lvl1pPr>
              <a:buNone/>
              <a:defRPr sz="3150" b="1">
                <a:solidFill>
                  <a:srgbClr val="FFFFFF"/>
                </a:solidFill>
              </a:defRPr>
            </a:lvl1pPr>
            <a:lvl2pPr>
              <a:buNone/>
              <a:defRPr sz="3150" b="1">
                <a:solidFill>
                  <a:srgbClr val="FFFFFF"/>
                </a:solidFill>
              </a:defRPr>
            </a:lvl2pPr>
            <a:lvl3pPr>
              <a:buNone/>
              <a:defRPr sz="3150" b="1">
                <a:solidFill>
                  <a:srgbClr val="FFFFFF"/>
                </a:solidFill>
              </a:defRPr>
            </a:lvl3pPr>
            <a:lvl4pPr>
              <a:buNone/>
              <a:defRPr sz="3150" b="1">
                <a:solidFill>
                  <a:srgbClr val="FFFFFF"/>
                </a:solidFill>
              </a:defRPr>
            </a:lvl4pPr>
            <a:lvl5pPr>
              <a:buNone/>
              <a:defRPr sz="3150" b="1">
                <a:solidFill>
                  <a:srgbClr val="FFFFFF"/>
                </a:solidFill>
              </a:defRPr>
            </a:lvl5pPr>
            <a:lvl6pPr>
              <a:buNone/>
              <a:defRPr sz="3150" b="1">
                <a:solidFill>
                  <a:srgbClr val="FFFFFF"/>
                </a:solidFill>
              </a:defRPr>
            </a:lvl6pPr>
            <a:lvl7pPr>
              <a:buNone/>
              <a:defRPr sz="3150" b="1">
                <a:solidFill>
                  <a:srgbClr val="FFFFFF"/>
                </a:solidFill>
              </a:defRPr>
            </a:lvl7pPr>
            <a:lvl8pPr>
              <a:buNone/>
              <a:defRPr sz="3150" b="1">
                <a:solidFill>
                  <a:srgbClr val="FFFFFF"/>
                </a:solidFill>
              </a:defRPr>
            </a:lvl8pPr>
            <a:lvl9pPr>
              <a:buNone/>
              <a:defRPr sz="3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交付前尚待完成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BD9967-9DB5-49CF-9BBA-C94BC43F3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7FDBD3"/>
                </a:solidFill>
              </a:defRPr>
            </a:defPPr>
            <a:lvl1pPr>
              <a:buNone/>
              <a:defRPr sz="1950" b="1">
                <a:solidFill>
                  <a:srgbClr val="7FDBD3"/>
                </a:solidFill>
              </a:defRPr>
            </a:lvl1pPr>
            <a:lvl2pPr>
              <a:buNone/>
              <a:defRPr sz="1950" b="1">
                <a:solidFill>
                  <a:srgbClr val="7FDBD3"/>
                </a:solidFill>
              </a:defRPr>
            </a:lvl2pPr>
            <a:lvl3pPr>
              <a:buNone/>
              <a:defRPr sz="1950" b="1">
                <a:solidFill>
                  <a:srgbClr val="7FDBD3"/>
                </a:solidFill>
              </a:defRPr>
            </a:lvl3pPr>
            <a:lvl4pPr>
              <a:buNone/>
              <a:defRPr sz="1950" b="1">
                <a:solidFill>
                  <a:srgbClr val="7FDBD3"/>
                </a:solidFill>
              </a:defRPr>
            </a:lvl4pPr>
            <a:lvl5pPr>
              <a:buNone/>
              <a:defRPr sz="1950" b="1">
                <a:solidFill>
                  <a:srgbClr val="7FDBD3"/>
                </a:solidFill>
              </a:defRPr>
            </a:lvl5pPr>
            <a:lvl6pPr>
              <a:buNone/>
              <a:defRPr sz="1950" b="1">
                <a:solidFill>
                  <a:srgbClr val="7FDBD3"/>
                </a:solidFill>
              </a:defRPr>
            </a:lvl6pPr>
            <a:lvl7pPr>
              <a:buNone/>
              <a:defRPr sz="1950" b="1">
                <a:solidFill>
                  <a:srgbClr val="7FDBD3"/>
                </a:solidFill>
              </a:defRPr>
            </a:lvl7pPr>
            <a:lvl8pPr>
              <a:buNone/>
              <a:defRPr sz="1950" b="1">
                <a:solidFill>
                  <a:srgbClr val="7FDBD3"/>
                </a:solidFill>
              </a:defRPr>
            </a:lvl8pPr>
            <a:lvl9pPr>
              <a:buNone/>
              <a:defRPr sz="1950" b="1">
                <a:solidFill>
                  <a:srgbClr val="7FDBD3"/>
                </a:solidFill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7FDBD3"/>
                </a:solidFill>
              </a:defRPr>
            </a:pPr>
            <a:r>
              <a:rPr sz="1950" b="1">
                <a:solidFill>
                  <a:srgbClr val="7FDBD3"/>
                </a:solidFill>
              </a:rPr>
              <a:t>JEFF：交唯讀後台、固定問題及 S06～S08 同版證據。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619F19-7669-4397-9402-2AF65E25E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E7EEF5"/>
                </a:solidFill>
              </a:defRPr>
            </a:defPPr>
            <a:lvl1pPr>
              <a:buNone/>
              <a:defRPr sz="1950" b="0">
                <a:solidFill>
                  <a:srgbClr val="E7EEF5"/>
                </a:solidFill>
              </a:defRPr>
            </a:lvl1pPr>
            <a:lvl2pPr>
              <a:buNone/>
              <a:defRPr sz="1950" b="0">
                <a:solidFill>
                  <a:srgbClr val="E7EEF5"/>
                </a:solidFill>
              </a:defRPr>
            </a:lvl2pPr>
            <a:lvl3pPr>
              <a:buNone/>
              <a:defRPr sz="1950" b="0">
                <a:solidFill>
                  <a:srgbClr val="E7EEF5"/>
                </a:solidFill>
              </a:defRPr>
            </a:lvl3pPr>
            <a:lvl4pPr>
              <a:buNone/>
              <a:defRPr sz="1950" b="0">
                <a:solidFill>
                  <a:srgbClr val="E7EEF5"/>
                </a:solidFill>
              </a:defRPr>
            </a:lvl4pPr>
            <a:lvl5pPr>
              <a:buNone/>
              <a:defRPr sz="1950" b="0">
                <a:solidFill>
                  <a:srgbClr val="E7EEF5"/>
                </a:solidFill>
              </a:defRPr>
            </a:lvl5pPr>
            <a:lvl6pPr>
              <a:buNone/>
              <a:defRPr sz="1950" b="0">
                <a:solidFill>
                  <a:srgbClr val="E7EEF5"/>
                </a:solidFill>
              </a:defRPr>
            </a:lvl6pPr>
            <a:lvl7pPr>
              <a:buNone/>
              <a:defRPr sz="1950" b="0">
                <a:solidFill>
                  <a:srgbClr val="E7EEF5"/>
                </a:solidFill>
              </a:defRPr>
            </a:lvl7pPr>
            <a:lvl8pPr>
              <a:buNone/>
              <a:defRPr sz="1950" b="0">
                <a:solidFill>
                  <a:srgbClr val="E7EEF5"/>
                </a:solidFill>
              </a:defRPr>
            </a:lvl8pPr>
            <a:lvl9pPr>
              <a:buNone/>
              <a:defRPr sz="1950" b="0">
                <a:solidFill>
                  <a:srgbClr val="E7EEF5"/>
                </a:solidFill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E7EEF5"/>
                </a:solidFill>
              </a:defRPr>
            </a:pPr>
            <a:r>
              <a:rPr sz="1950" b="0">
                <a:solidFill>
                  <a:srgbClr val="E7EEF5"/>
                </a:solidFill>
              </a:rPr>
              <a:t>REN：會員／購物交回與 S03～S05 具名確認。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6AC7BA-DAD0-4CA1-A45C-80229BBEF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E7EEF5"/>
                </a:solidFill>
              </a:defRPr>
            </a:defPPr>
            <a:lvl1pPr>
              <a:buNone/>
              <a:defRPr sz="1950" b="0">
                <a:solidFill>
                  <a:srgbClr val="E7EEF5"/>
                </a:solidFill>
              </a:defRPr>
            </a:lvl1pPr>
            <a:lvl2pPr>
              <a:buNone/>
              <a:defRPr sz="1950" b="0">
                <a:solidFill>
                  <a:srgbClr val="E7EEF5"/>
                </a:solidFill>
              </a:defRPr>
            </a:lvl2pPr>
            <a:lvl3pPr>
              <a:buNone/>
              <a:defRPr sz="1950" b="0">
                <a:solidFill>
                  <a:srgbClr val="E7EEF5"/>
                </a:solidFill>
              </a:defRPr>
            </a:lvl3pPr>
            <a:lvl4pPr>
              <a:buNone/>
              <a:defRPr sz="1950" b="0">
                <a:solidFill>
                  <a:srgbClr val="E7EEF5"/>
                </a:solidFill>
              </a:defRPr>
            </a:lvl4pPr>
            <a:lvl5pPr>
              <a:buNone/>
              <a:defRPr sz="1950" b="0">
                <a:solidFill>
                  <a:srgbClr val="E7EEF5"/>
                </a:solidFill>
              </a:defRPr>
            </a:lvl5pPr>
            <a:lvl6pPr>
              <a:buNone/>
              <a:defRPr sz="1950" b="0">
                <a:solidFill>
                  <a:srgbClr val="E7EEF5"/>
                </a:solidFill>
              </a:defRPr>
            </a:lvl6pPr>
            <a:lvl7pPr>
              <a:buNone/>
              <a:defRPr sz="1950" b="0">
                <a:solidFill>
                  <a:srgbClr val="E7EEF5"/>
                </a:solidFill>
              </a:defRPr>
            </a:lvl7pPr>
            <a:lvl8pPr>
              <a:buNone/>
              <a:defRPr sz="1950" b="0">
                <a:solidFill>
                  <a:srgbClr val="E7EEF5"/>
                </a:solidFill>
              </a:defRPr>
            </a:lvl8pPr>
            <a:lvl9pPr>
              <a:buNone/>
              <a:defRPr sz="1950" b="0">
                <a:solidFill>
                  <a:srgbClr val="E7EEF5"/>
                </a:solidFill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E7EEF5"/>
                </a:solidFill>
              </a:defRPr>
            </a:pPr>
            <a:r>
              <a:rPr sz="1950" b="0">
                <a:solidFill>
                  <a:srgbClr val="E7EEF5"/>
                </a:solidFill>
              </a:rPr>
              <a:t>SAM：正式修訂角色／交易、RWD、Network Access、加密備份復原、S01～S12 彙整。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B8ABC6-1206-494A-BFAC-6D0CBC2A5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E7EEF5"/>
                </a:solidFill>
              </a:defRPr>
            </a:defPPr>
            <a:lvl1pPr>
              <a:buNone/>
              <a:defRPr sz="1950" b="0">
                <a:solidFill>
                  <a:srgbClr val="E7EEF5"/>
                </a:solidFill>
              </a:defRPr>
            </a:lvl1pPr>
            <a:lvl2pPr>
              <a:buNone/>
              <a:defRPr sz="1950" b="0">
                <a:solidFill>
                  <a:srgbClr val="E7EEF5"/>
                </a:solidFill>
              </a:defRPr>
            </a:lvl2pPr>
            <a:lvl3pPr>
              <a:buNone/>
              <a:defRPr sz="1950" b="0">
                <a:solidFill>
                  <a:srgbClr val="E7EEF5"/>
                </a:solidFill>
              </a:defRPr>
            </a:lvl3pPr>
            <a:lvl4pPr>
              <a:buNone/>
              <a:defRPr sz="1950" b="0">
                <a:solidFill>
                  <a:srgbClr val="E7EEF5"/>
                </a:solidFill>
              </a:defRPr>
            </a:lvl4pPr>
            <a:lvl5pPr>
              <a:buNone/>
              <a:defRPr sz="1950" b="0">
                <a:solidFill>
                  <a:srgbClr val="E7EEF5"/>
                </a:solidFill>
              </a:defRPr>
            </a:lvl5pPr>
            <a:lvl6pPr>
              <a:buNone/>
              <a:defRPr sz="1950" b="0">
                <a:solidFill>
                  <a:srgbClr val="E7EEF5"/>
                </a:solidFill>
              </a:defRPr>
            </a:lvl6pPr>
            <a:lvl7pPr>
              <a:buNone/>
              <a:defRPr sz="1950" b="0">
                <a:solidFill>
                  <a:srgbClr val="E7EEF5"/>
                </a:solidFill>
              </a:defRPr>
            </a:lvl7pPr>
            <a:lvl8pPr>
              <a:buNone/>
              <a:defRPr sz="1950" b="0">
                <a:solidFill>
                  <a:srgbClr val="E7EEF5"/>
                </a:solidFill>
              </a:defRPr>
            </a:lvl8pPr>
            <a:lvl9pPr>
              <a:buNone/>
              <a:defRPr sz="1950" b="0">
                <a:solidFill>
                  <a:srgbClr val="E7EEF5"/>
                </a:solidFill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E7EEF5"/>
                </a:solidFill>
              </a:defRPr>
            </a:pPr>
            <a:r>
              <a:rPr sz="1950" b="0">
                <a:solidFill>
                  <a:srgbClr val="E7EEF5"/>
                </a:solidFill>
              </a:rPr>
              <a:t>最終排練、離線備援與全組簽收尚未完成。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137BD0-8AF1-4691-8588-76A1CA3FF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9FB0C1"/>
                </a:solidFill>
              </a:defRPr>
            </a:defPPr>
            <a:lvl1pPr>
              <a:buNone/>
              <a:defRPr sz="1125" b="0">
                <a:solidFill>
                  <a:srgbClr val="9FB0C1"/>
                </a:solidFill>
              </a:defRPr>
            </a:lvl1pPr>
            <a:lvl2pPr>
              <a:buNone/>
              <a:defRPr sz="1125" b="0">
                <a:solidFill>
                  <a:srgbClr val="9FB0C1"/>
                </a:solidFill>
              </a:defRPr>
            </a:lvl2pPr>
            <a:lvl3pPr>
              <a:buNone/>
              <a:defRPr sz="1125" b="0">
                <a:solidFill>
                  <a:srgbClr val="9FB0C1"/>
                </a:solidFill>
              </a:defRPr>
            </a:lvl3pPr>
            <a:lvl4pPr>
              <a:buNone/>
              <a:defRPr sz="1125" b="0">
                <a:solidFill>
                  <a:srgbClr val="9FB0C1"/>
                </a:solidFill>
              </a:defRPr>
            </a:lvl4pPr>
            <a:lvl5pPr>
              <a:buNone/>
              <a:defRPr sz="1125" b="0">
                <a:solidFill>
                  <a:srgbClr val="9FB0C1"/>
                </a:solidFill>
              </a:defRPr>
            </a:lvl5pPr>
            <a:lvl6pPr>
              <a:buNone/>
              <a:defRPr sz="1125" b="0">
                <a:solidFill>
                  <a:srgbClr val="9FB0C1"/>
                </a:solidFill>
              </a:defRPr>
            </a:lvl6pPr>
            <a:lvl7pPr>
              <a:buNone/>
              <a:defRPr sz="1125" b="0">
                <a:solidFill>
                  <a:srgbClr val="9FB0C1"/>
                </a:solidFill>
              </a:defRPr>
            </a:lvl7pPr>
            <a:lvl8pPr>
              <a:buNone/>
              <a:defRPr sz="1125" b="0">
                <a:solidFill>
                  <a:srgbClr val="9FB0C1"/>
                </a:solidFill>
              </a:defRPr>
            </a:lvl8pPr>
            <a:lvl9pPr>
              <a:buNone/>
              <a:defRPr sz="1125" b="0">
                <a:solidFill>
                  <a:srgbClr val="9FB0C1"/>
                </a:solidFill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9FB0C1"/>
                </a:solidFill>
              </a:defRPr>
            </a:pPr>
            <a:r>
              <a:rPr sz="1125" b="0">
                <a:solidFill>
                  <a:srgbClr val="9FB0C1"/>
                </a:solidFill>
              </a:rPr>
              <a:t>12 / 12  •  2026-10-18  •  進度草案</a:t>
            </a:r>
          </a:p>
        </p:txBody>
      </p:sp>
    </p:spTree>
    <p:extLst>
      <p:ext uri="{BB962C8B-B14F-4D97-AF65-F5344CB8AC3E}">
        <p14:creationId xmlns:p14="http://schemas.microsoft.com/office/powerpoint/2010/main" val="18410070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2026-10-17T19:05:20.2630000Z</dcterms:created>
  <dcterms:modified xsi:type="dcterms:W3CDTF">2026-10-17T19:05:20.2630000Z</dcterms:modified>
</coreProperties>
</file>